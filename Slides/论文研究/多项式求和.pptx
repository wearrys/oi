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0" y="176103"/>
            <a:ext cx="12192000" cy="4677534"/>
            <a:chOff x="0" y="263187"/>
            <a:chExt cx="12192000" cy="4677534"/>
          </a:xfrm>
        </p:grpSpPr>
        <p:sp>
          <p:nvSpPr>
            <p:cNvPr id="19" name="Freeform 5"/>
            <p:cNvSpPr>
              <a:spLocks noEditPoints="1"/>
            </p:cNvSpPr>
            <p:nvPr/>
          </p:nvSpPr>
          <p:spPr bwMode="auto">
            <a:xfrm>
              <a:off x="0" y="263187"/>
              <a:ext cx="12192000" cy="2353917"/>
            </a:xfrm>
            <a:custGeom>
              <a:avLst/>
              <a:gdLst>
                <a:gd name="T0" fmla="*/ 7933 w 8000"/>
                <a:gd name="T1" fmla="*/ 1418 h 1542"/>
                <a:gd name="T2" fmla="*/ 7832 w 8000"/>
                <a:gd name="T3" fmla="*/ 1315 h 1542"/>
                <a:gd name="T4" fmla="*/ 7738 w 8000"/>
                <a:gd name="T5" fmla="*/ 1352 h 1542"/>
                <a:gd name="T6" fmla="*/ 7673 w 8000"/>
                <a:gd name="T7" fmla="*/ 1336 h 1542"/>
                <a:gd name="T8" fmla="*/ 7538 w 8000"/>
                <a:gd name="T9" fmla="*/ 1313 h 1542"/>
                <a:gd name="T10" fmla="*/ 7430 w 8000"/>
                <a:gd name="T11" fmla="*/ 1287 h 1542"/>
                <a:gd name="T12" fmla="*/ 7292 w 8000"/>
                <a:gd name="T13" fmla="*/ 1358 h 1542"/>
                <a:gd name="T14" fmla="*/ 7170 w 8000"/>
                <a:gd name="T15" fmla="*/ 1352 h 1542"/>
                <a:gd name="T16" fmla="*/ 6993 w 8000"/>
                <a:gd name="T17" fmla="*/ 1400 h 1542"/>
                <a:gd name="T18" fmla="*/ 6886 w 8000"/>
                <a:gd name="T19" fmla="*/ 1357 h 1542"/>
                <a:gd name="T20" fmla="*/ 6766 w 8000"/>
                <a:gd name="T21" fmla="*/ 1380 h 1542"/>
                <a:gd name="T22" fmla="*/ 6640 w 8000"/>
                <a:gd name="T23" fmla="*/ 1194 h 1542"/>
                <a:gd name="T24" fmla="*/ 6505 w 8000"/>
                <a:gd name="T25" fmla="*/ 1157 h 1542"/>
                <a:gd name="T26" fmla="*/ 6381 w 8000"/>
                <a:gd name="T27" fmla="*/ 1311 h 1542"/>
                <a:gd name="T28" fmla="*/ 6242 w 8000"/>
                <a:gd name="T29" fmla="*/ 1181 h 1542"/>
                <a:gd name="T30" fmla="*/ 5688 w 8000"/>
                <a:gd name="T31" fmla="*/ 818 h 1542"/>
                <a:gd name="T32" fmla="*/ 5396 w 8000"/>
                <a:gd name="T33" fmla="*/ 674 h 1542"/>
                <a:gd name="T34" fmla="*/ 5346 w 8000"/>
                <a:gd name="T35" fmla="*/ 615 h 1542"/>
                <a:gd name="T36" fmla="*/ 5292 w 8000"/>
                <a:gd name="T37" fmla="*/ 1274 h 1542"/>
                <a:gd name="T38" fmla="*/ 5007 w 8000"/>
                <a:gd name="T39" fmla="*/ 1089 h 1542"/>
                <a:gd name="T40" fmla="*/ 4819 w 8000"/>
                <a:gd name="T41" fmla="*/ 685 h 1542"/>
                <a:gd name="T42" fmla="*/ 4540 w 8000"/>
                <a:gd name="T43" fmla="*/ 1250 h 1542"/>
                <a:gd name="T44" fmla="*/ 4474 w 8000"/>
                <a:gd name="T45" fmla="*/ 1255 h 1542"/>
                <a:gd name="T46" fmla="*/ 4398 w 8000"/>
                <a:gd name="T47" fmla="*/ 1265 h 1542"/>
                <a:gd name="T48" fmla="*/ 4286 w 8000"/>
                <a:gd name="T49" fmla="*/ 1131 h 1542"/>
                <a:gd name="T50" fmla="*/ 4046 w 8000"/>
                <a:gd name="T51" fmla="*/ 1117 h 1542"/>
                <a:gd name="T52" fmla="*/ 3923 w 8000"/>
                <a:gd name="T53" fmla="*/ 975 h 1542"/>
                <a:gd name="T54" fmla="*/ 3742 w 8000"/>
                <a:gd name="T55" fmla="*/ 1095 h 1542"/>
                <a:gd name="T56" fmla="*/ 3585 w 8000"/>
                <a:gd name="T57" fmla="*/ 1415 h 1542"/>
                <a:gd name="T58" fmla="*/ 3463 w 8000"/>
                <a:gd name="T59" fmla="*/ 1255 h 1542"/>
                <a:gd name="T60" fmla="*/ 3390 w 8000"/>
                <a:gd name="T61" fmla="*/ 372 h 1542"/>
                <a:gd name="T62" fmla="*/ 3367 w 8000"/>
                <a:gd name="T63" fmla="*/ 187 h 1542"/>
                <a:gd name="T64" fmla="*/ 3329 w 8000"/>
                <a:gd name="T65" fmla="*/ 695 h 1542"/>
                <a:gd name="T66" fmla="*/ 2997 w 8000"/>
                <a:gd name="T67" fmla="*/ 1479 h 1542"/>
                <a:gd name="T68" fmla="*/ 2797 w 8000"/>
                <a:gd name="T69" fmla="*/ 1119 h 1542"/>
                <a:gd name="T70" fmla="*/ 2628 w 8000"/>
                <a:gd name="T71" fmla="*/ 1372 h 1542"/>
                <a:gd name="T72" fmla="*/ 2470 w 8000"/>
                <a:gd name="T73" fmla="*/ 1378 h 1542"/>
                <a:gd name="T74" fmla="*/ 2310 w 8000"/>
                <a:gd name="T75" fmla="*/ 1440 h 1542"/>
                <a:gd name="T76" fmla="*/ 2152 w 8000"/>
                <a:gd name="T77" fmla="*/ 1391 h 1542"/>
                <a:gd name="T78" fmla="*/ 2055 w 8000"/>
                <a:gd name="T79" fmla="*/ 1463 h 1542"/>
                <a:gd name="T80" fmla="*/ 1975 w 8000"/>
                <a:gd name="T81" fmla="*/ 1479 h 1542"/>
                <a:gd name="T82" fmla="*/ 1805 w 8000"/>
                <a:gd name="T83" fmla="*/ 1456 h 1542"/>
                <a:gd name="T84" fmla="*/ 1673 w 8000"/>
                <a:gd name="T85" fmla="*/ 1469 h 1542"/>
                <a:gd name="T86" fmla="*/ 1531 w 8000"/>
                <a:gd name="T87" fmla="*/ 1408 h 1542"/>
                <a:gd name="T88" fmla="*/ 1443 w 8000"/>
                <a:gd name="T89" fmla="*/ 1265 h 1542"/>
                <a:gd name="T90" fmla="*/ 1253 w 8000"/>
                <a:gd name="T91" fmla="*/ 1421 h 1542"/>
                <a:gd name="T92" fmla="*/ 1155 w 8000"/>
                <a:gd name="T93" fmla="*/ 1401 h 1542"/>
                <a:gd name="T94" fmla="*/ 1051 w 8000"/>
                <a:gd name="T95" fmla="*/ 1389 h 1542"/>
                <a:gd name="T96" fmla="*/ 969 w 8000"/>
                <a:gd name="T97" fmla="*/ 1224 h 1542"/>
                <a:gd name="T98" fmla="*/ 843 w 8000"/>
                <a:gd name="T99" fmla="*/ 1375 h 1542"/>
                <a:gd name="T100" fmla="*/ 664 w 8000"/>
                <a:gd name="T101" fmla="*/ 1427 h 1542"/>
                <a:gd name="T102" fmla="*/ 515 w 8000"/>
                <a:gd name="T103" fmla="*/ 1241 h 1542"/>
                <a:gd name="T104" fmla="*/ 320 w 8000"/>
                <a:gd name="T105" fmla="*/ 1245 h 1542"/>
                <a:gd name="T106" fmla="*/ 218 w 8000"/>
                <a:gd name="T107" fmla="*/ 1342 h 1542"/>
                <a:gd name="T108" fmla="*/ 56 w 8000"/>
                <a:gd name="T109" fmla="*/ 1357 h 1542"/>
                <a:gd name="T110" fmla="*/ 3369 w 8000"/>
                <a:gd name="T111" fmla="*/ 1408 h 1542"/>
                <a:gd name="T112" fmla="*/ 3356 w 8000"/>
                <a:gd name="T113" fmla="*/ 1141 h 1542"/>
                <a:gd name="T114" fmla="*/ 3356 w 8000"/>
                <a:gd name="T115" fmla="*/ 872 h 1542"/>
                <a:gd name="T116" fmla="*/ 3356 w 8000"/>
                <a:gd name="T117" fmla="*/ 756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00" h="1542">
                  <a:moveTo>
                    <a:pt x="7978" y="1472"/>
                  </a:moveTo>
                  <a:cubicBezTo>
                    <a:pt x="7978" y="1462"/>
                    <a:pt x="7978" y="1462"/>
                    <a:pt x="7978" y="1462"/>
                  </a:cubicBezTo>
                  <a:cubicBezTo>
                    <a:pt x="7966" y="1462"/>
                    <a:pt x="7966" y="1462"/>
                    <a:pt x="7966" y="1462"/>
                  </a:cubicBezTo>
                  <a:cubicBezTo>
                    <a:pt x="7966" y="1436"/>
                    <a:pt x="7966" y="1436"/>
                    <a:pt x="7966" y="1436"/>
                  </a:cubicBezTo>
                  <a:cubicBezTo>
                    <a:pt x="7955" y="1436"/>
                    <a:pt x="7955" y="1436"/>
                    <a:pt x="7955" y="1436"/>
                  </a:cubicBezTo>
                  <a:cubicBezTo>
                    <a:pt x="7955" y="1420"/>
                    <a:pt x="7955" y="1420"/>
                    <a:pt x="7955" y="1420"/>
                  </a:cubicBezTo>
                  <a:cubicBezTo>
                    <a:pt x="7941" y="1420"/>
                    <a:pt x="7941" y="1420"/>
                    <a:pt x="7941" y="1420"/>
                  </a:cubicBezTo>
                  <a:cubicBezTo>
                    <a:pt x="7941" y="1428"/>
                    <a:pt x="7941" y="1428"/>
                    <a:pt x="7941" y="1428"/>
                  </a:cubicBezTo>
                  <a:cubicBezTo>
                    <a:pt x="7933" y="1428"/>
                    <a:pt x="7933" y="1428"/>
                    <a:pt x="7933" y="1428"/>
                  </a:cubicBezTo>
                  <a:cubicBezTo>
                    <a:pt x="7933" y="1418"/>
                    <a:pt x="7933" y="1418"/>
                    <a:pt x="7933" y="1418"/>
                  </a:cubicBezTo>
                  <a:cubicBezTo>
                    <a:pt x="7916" y="1418"/>
                    <a:pt x="7916" y="1418"/>
                    <a:pt x="7916" y="1418"/>
                  </a:cubicBezTo>
                  <a:cubicBezTo>
                    <a:pt x="7916" y="1433"/>
                    <a:pt x="7916" y="1433"/>
                    <a:pt x="7916" y="1433"/>
                  </a:cubicBezTo>
                  <a:cubicBezTo>
                    <a:pt x="7895" y="1433"/>
                    <a:pt x="7895" y="1433"/>
                    <a:pt x="7895" y="1433"/>
                  </a:cubicBezTo>
                  <a:cubicBezTo>
                    <a:pt x="7895" y="1335"/>
                    <a:pt x="7895" y="1335"/>
                    <a:pt x="7895" y="1335"/>
                  </a:cubicBezTo>
                  <a:cubicBezTo>
                    <a:pt x="7879" y="1335"/>
                    <a:pt x="7879" y="1335"/>
                    <a:pt x="7879" y="1335"/>
                  </a:cubicBezTo>
                  <a:cubicBezTo>
                    <a:pt x="7855" y="1316"/>
                    <a:pt x="7855" y="1316"/>
                    <a:pt x="7855" y="1316"/>
                  </a:cubicBezTo>
                  <a:cubicBezTo>
                    <a:pt x="7855" y="1300"/>
                    <a:pt x="7855" y="1300"/>
                    <a:pt x="7855" y="1300"/>
                  </a:cubicBezTo>
                  <a:cubicBezTo>
                    <a:pt x="7843" y="1300"/>
                    <a:pt x="7843" y="1300"/>
                    <a:pt x="7843" y="1300"/>
                  </a:cubicBezTo>
                  <a:cubicBezTo>
                    <a:pt x="7843" y="1315"/>
                    <a:pt x="7843" y="1315"/>
                    <a:pt x="7843" y="1315"/>
                  </a:cubicBezTo>
                  <a:cubicBezTo>
                    <a:pt x="7832" y="1315"/>
                    <a:pt x="7832" y="1315"/>
                    <a:pt x="7832" y="1315"/>
                  </a:cubicBezTo>
                  <a:cubicBezTo>
                    <a:pt x="7832" y="1300"/>
                    <a:pt x="7832" y="1300"/>
                    <a:pt x="7832" y="1300"/>
                  </a:cubicBezTo>
                  <a:cubicBezTo>
                    <a:pt x="7821" y="1300"/>
                    <a:pt x="7821" y="1300"/>
                    <a:pt x="7821" y="1300"/>
                  </a:cubicBezTo>
                  <a:cubicBezTo>
                    <a:pt x="7821" y="1315"/>
                    <a:pt x="7821" y="1315"/>
                    <a:pt x="7821" y="1315"/>
                  </a:cubicBezTo>
                  <a:cubicBezTo>
                    <a:pt x="7806" y="1335"/>
                    <a:pt x="7806" y="1335"/>
                    <a:pt x="7806" y="1335"/>
                  </a:cubicBezTo>
                  <a:cubicBezTo>
                    <a:pt x="7789" y="1335"/>
                    <a:pt x="7789" y="1335"/>
                    <a:pt x="7789" y="1335"/>
                  </a:cubicBezTo>
                  <a:cubicBezTo>
                    <a:pt x="7789" y="1436"/>
                    <a:pt x="7789" y="1436"/>
                    <a:pt x="7789" y="1436"/>
                  </a:cubicBezTo>
                  <a:cubicBezTo>
                    <a:pt x="7749" y="1436"/>
                    <a:pt x="7749" y="1436"/>
                    <a:pt x="7749" y="1436"/>
                  </a:cubicBezTo>
                  <a:cubicBezTo>
                    <a:pt x="7749" y="1345"/>
                    <a:pt x="7749" y="1345"/>
                    <a:pt x="7749" y="1345"/>
                  </a:cubicBezTo>
                  <a:cubicBezTo>
                    <a:pt x="7738" y="1345"/>
                    <a:pt x="7738" y="1345"/>
                    <a:pt x="7738" y="1345"/>
                  </a:cubicBezTo>
                  <a:cubicBezTo>
                    <a:pt x="7738" y="1352"/>
                    <a:pt x="7738" y="1352"/>
                    <a:pt x="7738" y="1352"/>
                  </a:cubicBezTo>
                  <a:cubicBezTo>
                    <a:pt x="7724" y="1352"/>
                    <a:pt x="7724" y="1352"/>
                    <a:pt x="7724" y="1352"/>
                  </a:cubicBezTo>
                  <a:cubicBezTo>
                    <a:pt x="7724" y="1337"/>
                    <a:pt x="7724" y="1337"/>
                    <a:pt x="7724" y="1337"/>
                  </a:cubicBezTo>
                  <a:cubicBezTo>
                    <a:pt x="7713" y="1337"/>
                    <a:pt x="7713" y="1337"/>
                    <a:pt x="7713" y="1337"/>
                  </a:cubicBezTo>
                  <a:cubicBezTo>
                    <a:pt x="7713" y="1321"/>
                    <a:pt x="7713" y="1321"/>
                    <a:pt x="7713" y="1321"/>
                  </a:cubicBezTo>
                  <a:cubicBezTo>
                    <a:pt x="7697" y="1321"/>
                    <a:pt x="7697" y="1321"/>
                    <a:pt x="7697" y="1321"/>
                  </a:cubicBezTo>
                  <a:cubicBezTo>
                    <a:pt x="7697" y="1336"/>
                    <a:pt x="7697" y="1336"/>
                    <a:pt x="7697" y="1336"/>
                  </a:cubicBezTo>
                  <a:cubicBezTo>
                    <a:pt x="7687" y="1336"/>
                    <a:pt x="7687" y="1336"/>
                    <a:pt x="7687" y="1336"/>
                  </a:cubicBezTo>
                  <a:cubicBezTo>
                    <a:pt x="7687" y="1324"/>
                    <a:pt x="7687" y="1324"/>
                    <a:pt x="7687" y="1324"/>
                  </a:cubicBezTo>
                  <a:cubicBezTo>
                    <a:pt x="7673" y="1324"/>
                    <a:pt x="7673" y="1324"/>
                    <a:pt x="7673" y="1324"/>
                  </a:cubicBezTo>
                  <a:cubicBezTo>
                    <a:pt x="7673" y="1336"/>
                    <a:pt x="7673" y="1336"/>
                    <a:pt x="7673" y="1336"/>
                  </a:cubicBezTo>
                  <a:cubicBezTo>
                    <a:pt x="7659" y="1336"/>
                    <a:pt x="7659" y="1336"/>
                    <a:pt x="7659" y="1336"/>
                  </a:cubicBezTo>
                  <a:cubicBezTo>
                    <a:pt x="7659" y="1326"/>
                    <a:pt x="7659" y="1326"/>
                    <a:pt x="7659" y="1326"/>
                  </a:cubicBezTo>
                  <a:cubicBezTo>
                    <a:pt x="7645" y="1326"/>
                    <a:pt x="7645" y="1326"/>
                    <a:pt x="7645" y="1326"/>
                  </a:cubicBezTo>
                  <a:cubicBezTo>
                    <a:pt x="7645" y="1356"/>
                    <a:pt x="7645" y="1356"/>
                    <a:pt x="7645" y="1356"/>
                  </a:cubicBezTo>
                  <a:cubicBezTo>
                    <a:pt x="7616" y="1356"/>
                    <a:pt x="7616" y="1356"/>
                    <a:pt x="7616" y="1356"/>
                  </a:cubicBezTo>
                  <a:cubicBezTo>
                    <a:pt x="7616" y="1439"/>
                    <a:pt x="7616" y="1439"/>
                    <a:pt x="7616" y="1439"/>
                  </a:cubicBezTo>
                  <a:cubicBezTo>
                    <a:pt x="7581" y="1439"/>
                    <a:pt x="7581" y="1439"/>
                    <a:pt x="7581" y="1439"/>
                  </a:cubicBezTo>
                  <a:cubicBezTo>
                    <a:pt x="7581" y="1337"/>
                    <a:pt x="7581" y="1337"/>
                    <a:pt x="7581" y="1337"/>
                  </a:cubicBezTo>
                  <a:cubicBezTo>
                    <a:pt x="7557" y="1337"/>
                    <a:pt x="7557" y="1337"/>
                    <a:pt x="7557" y="1337"/>
                  </a:cubicBezTo>
                  <a:cubicBezTo>
                    <a:pt x="7538" y="1313"/>
                    <a:pt x="7538" y="1313"/>
                    <a:pt x="7538" y="1313"/>
                  </a:cubicBezTo>
                  <a:cubicBezTo>
                    <a:pt x="7497" y="1313"/>
                    <a:pt x="7497" y="1313"/>
                    <a:pt x="7497" y="1313"/>
                  </a:cubicBezTo>
                  <a:cubicBezTo>
                    <a:pt x="7497" y="1416"/>
                    <a:pt x="7497" y="1416"/>
                    <a:pt x="7497" y="1416"/>
                  </a:cubicBezTo>
                  <a:cubicBezTo>
                    <a:pt x="7483" y="1416"/>
                    <a:pt x="7483" y="1416"/>
                    <a:pt x="7483" y="1416"/>
                  </a:cubicBezTo>
                  <a:cubicBezTo>
                    <a:pt x="7483" y="1314"/>
                    <a:pt x="7483" y="1314"/>
                    <a:pt x="7483" y="1314"/>
                  </a:cubicBezTo>
                  <a:cubicBezTo>
                    <a:pt x="7465" y="1285"/>
                    <a:pt x="7465" y="1285"/>
                    <a:pt x="7465" y="1285"/>
                  </a:cubicBezTo>
                  <a:cubicBezTo>
                    <a:pt x="7452" y="1285"/>
                    <a:pt x="7452" y="1285"/>
                    <a:pt x="7452" y="1285"/>
                  </a:cubicBezTo>
                  <a:cubicBezTo>
                    <a:pt x="7452" y="1291"/>
                    <a:pt x="7452" y="1291"/>
                    <a:pt x="7452" y="1291"/>
                  </a:cubicBezTo>
                  <a:cubicBezTo>
                    <a:pt x="7441" y="1291"/>
                    <a:pt x="7441" y="1291"/>
                    <a:pt x="7441" y="1291"/>
                  </a:cubicBezTo>
                  <a:cubicBezTo>
                    <a:pt x="7441" y="1287"/>
                    <a:pt x="7441" y="1287"/>
                    <a:pt x="7441" y="1287"/>
                  </a:cubicBezTo>
                  <a:cubicBezTo>
                    <a:pt x="7430" y="1287"/>
                    <a:pt x="7430" y="1287"/>
                    <a:pt x="7430" y="1287"/>
                  </a:cubicBezTo>
                  <a:cubicBezTo>
                    <a:pt x="7430" y="1301"/>
                    <a:pt x="7430" y="1301"/>
                    <a:pt x="7430" y="1301"/>
                  </a:cubicBezTo>
                  <a:cubicBezTo>
                    <a:pt x="7383" y="1301"/>
                    <a:pt x="7383" y="1301"/>
                    <a:pt x="7383" y="1301"/>
                  </a:cubicBezTo>
                  <a:cubicBezTo>
                    <a:pt x="7383" y="1286"/>
                    <a:pt x="7383" y="1286"/>
                    <a:pt x="7383" y="1286"/>
                  </a:cubicBezTo>
                  <a:cubicBezTo>
                    <a:pt x="7370" y="1261"/>
                    <a:pt x="7370" y="1261"/>
                    <a:pt x="7370" y="1261"/>
                  </a:cubicBezTo>
                  <a:cubicBezTo>
                    <a:pt x="7326" y="1261"/>
                    <a:pt x="7326" y="1261"/>
                    <a:pt x="7326" y="1261"/>
                  </a:cubicBezTo>
                  <a:cubicBezTo>
                    <a:pt x="7326" y="1286"/>
                    <a:pt x="7326" y="1286"/>
                    <a:pt x="7326" y="1286"/>
                  </a:cubicBezTo>
                  <a:cubicBezTo>
                    <a:pt x="7297" y="1286"/>
                    <a:pt x="7297" y="1286"/>
                    <a:pt x="7297" y="1286"/>
                  </a:cubicBezTo>
                  <a:cubicBezTo>
                    <a:pt x="7297" y="1303"/>
                    <a:pt x="7297" y="1303"/>
                    <a:pt x="7297" y="1303"/>
                  </a:cubicBezTo>
                  <a:cubicBezTo>
                    <a:pt x="7292" y="1303"/>
                    <a:pt x="7292" y="1303"/>
                    <a:pt x="7292" y="1303"/>
                  </a:cubicBezTo>
                  <a:cubicBezTo>
                    <a:pt x="7292" y="1358"/>
                    <a:pt x="7292" y="1358"/>
                    <a:pt x="7292" y="1358"/>
                  </a:cubicBezTo>
                  <a:cubicBezTo>
                    <a:pt x="7281" y="1358"/>
                    <a:pt x="7281" y="1358"/>
                    <a:pt x="7281" y="1358"/>
                  </a:cubicBezTo>
                  <a:cubicBezTo>
                    <a:pt x="7281" y="1302"/>
                    <a:pt x="7281" y="1302"/>
                    <a:pt x="7281" y="1302"/>
                  </a:cubicBezTo>
                  <a:cubicBezTo>
                    <a:pt x="7273" y="1302"/>
                    <a:pt x="7273" y="1302"/>
                    <a:pt x="7273" y="1302"/>
                  </a:cubicBezTo>
                  <a:cubicBezTo>
                    <a:pt x="7273" y="1279"/>
                    <a:pt x="7273" y="1279"/>
                    <a:pt x="7273" y="1279"/>
                  </a:cubicBezTo>
                  <a:cubicBezTo>
                    <a:pt x="7210" y="1279"/>
                    <a:pt x="7210" y="1279"/>
                    <a:pt x="7210" y="1279"/>
                  </a:cubicBezTo>
                  <a:cubicBezTo>
                    <a:pt x="7210" y="1303"/>
                    <a:pt x="7210" y="1303"/>
                    <a:pt x="7210" y="1303"/>
                  </a:cubicBezTo>
                  <a:cubicBezTo>
                    <a:pt x="7179" y="1303"/>
                    <a:pt x="7179" y="1303"/>
                    <a:pt x="7179" y="1303"/>
                  </a:cubicBezTo>
                  <a:cubicBezTo>
                    <a:pt x="7179" y="1323"/>
                    <a:pt x="7179" y="1323"/>
                    <a:pt x="7179" y="1323"/>
                  </a:cubicBezTo>
                  <a:cubicBezTo>
                    <a:pt x="7170" y="1323"/>
                    <a:pt x="7170" y="1323"/>
                    <a:pt x="7170" y="1323"/>
                  </a:cubicBezTo>
                  <a:cubicBezTo>
                    <a:pt x="7170" y="1352"/>
                    <a:pt x="7170" y="1352"/>
                    <a:pt x="7170" y="1352"/>
                  </a:cubicBezTo>
                  <a:cubicBezTo>
                    <a:pt x="7090" y="1352"/>
                    <a:pt x="7090" y="1352"/>
                    <a:pt x="7090" y="1352"/>
                  </a:cubicBezTo>
                  <a:cubicBezTo>
                    <a:pt x="7090" y="1362"/>
                    <a:pt x="7090" y="1362"/>
                    <a:pt x="7090" y="1362"/>
                  </a:cubicBezTo>
                  <a:cubicBezTo>
                    <a:pt x="7069" y="1362"/>
                    <a:pt x="7069" y="1362"/>
                    <a:pt x="7069" y="1362"/>
                  </a:cubicBezTo>
                  <a:cubicBezTo>
                    <a:pt x="7069" y="1308"/>
                    <a:pt x="7069" y="1308"/>
                    <a:pt x="7069" y="1308"/>
                  </a:cubicBezTo>
                  <a:cubicBezTo>
                    <a:pt x="7036" y="1308"/>
                    <a:pt x="7036" y="1308"/>
                    <a:pt x="7036" y="1308"/>
                  </a:cubicBezTo>
                  <a:cubicBezTo>
                    <a:pt x="7036" y="1291"/>
                    <a:pt x="7036" y="1291"/>
                    <a:pt x="7036" y="1291"/>
                  </a:cubicBezTo>
                  <a:cubicBezTo>
                    <a:pt x="7010" y="1291"/>
                    <a:pt x="7010" y="1291"/>
                    <a:pt x="7010" y="1291"/>
                  </a:cubicBezTo>
                  <a:cubicBezTo>
                    <a:pt x="7010" y="1305"/>
                    <a:pt x="7010" y="1305"/>
                    <a:pt x="7010" y="1305"/>
                  </a:cubicBezTo>
                  <a:cubicBezTo>
                    <a:pt x="6993" y="1305"/>
                    <a:pt x="6993" y="1305"/>
                    <a:pt x="6993" y="1305"/>
                  </a:cubicBezTo>
                  <a:cubicBezTo>
                    <a:pt x="6993" y="1400"/>
                    <a:pt x="6993" y="1400"/>
                    <a:pt x="6993" y="1400"/>
                  </a:cubicBezTo>
                  <a:cubicBezTo>
                    <a:pt x="6972" y="1400"/>
                    <a:pt x="6972" y="1400"/>
                    <a:pt x="6972" y="1400"/>
                  </a:cubicBezTo>
                  <a:cubicBezTo>
                    <a:pt x="6972" y="1391"/>
                    <a:pt x="6972" y="1391"/>
                    <a:pt x="6972" y="1391"/>
                  </a:cubicBezTo>
                  <a:cubicBezTo>
                    <a:pt x="6952" y="1391"/>
                    <a:pt x="6952" y="1391"/>
                    <a:pt x="6952" y="1391"/>
                  </a:cubicBezTo>
                  <a:cubicBezTo>
                    <a:pt x="6952" y="1405"/>
                    <a:pt x="6952" y="1405"/>
                    <a:pt x="6952" y="1405"/>
                  </a:cubicBezTo>
                  <a:cubicBezTo>
                    <a:pt x="6936" y="1405"/>
                    <a:pt x="6936" y="1405"/>
                    <a:pt x="6936" y="1405"/>
                  </a:cubicBezTo>
                  <a:cubicBezTo>
                    <a:pt x="6936" y="1375"/>
                    <a:pt x="6936" y="1375"/>
                    <a:pt x="6936" y="1375"/>
                  </a:cubicBezTo>
                  <a:cubicBezTo>
                    <a:pt x="6922" y="1375"/>
                    <a:pt x="6922" y="1375"/>
                    <a:pt x="6922" y="1375"/>
                  </a:cubicBezTo>
                  <a:cubicBezTo>
                    <a:pt x="6922" y="1357"/>
                    <a:pt x="6922" y="1357"/>
                    <a:pt x="6922" y="1357"/>
                  </a:cubicBezTo>
                  <a:cubicBezTo>
                    <a:pt x="6906" y="1357"/>
                    <a:pt x="6906" y="1357"/>
                    <a:pt x="6906" y="1357"/>
                  </a:cubicBezTo>
                  <a:cubicBezTo>
                    <a:pt x="6886" y="1357"/>
                    <a:pt x="6886" y="1357"/>
                    <a:pt x="6886" y="1357"/>
                  </a:cubicBezTo>
                  <a:cubicBezTo>
                    <a:pt x="6886" y="1348"/>
                    <a:pt x="6886" y="1348"/>
                    <a:pt x="6886" y="1348"/>
                  </a:cubicBezTo>
                  <a:cubicBezTo>
                    <a:pt x="6852" y="1348"/>
                    <a:pt x="6852" y="1348"/>
                    <a:pt x="6852" y="1348"/>
                  </a:cubicBezTo>
                  <a:cubicBezTo>
                    <a:pt x="6852" y="1334"/>
                    <a:pt x="6852" y="1334"/>
                    <a:pt x="6852" y="1334"/>
                  </a:cubicBezTo>
                  <a:cubicBezTo>
                    <a:pt x="6839" y="1334"/>
                    <a:pt x="6839" y="1334"/>
                    <a:pt x="6839" y="1334"/>
                  </a:cubicBezTo>
                  <a:cubicBezTo>
                    <a:pt x="6839" y="1344"/>
                    <a:pt x="6839" y="1344"/>
                    <a:pt x="6839" y="1344"/>
                  </a:cubicBezTo>
                  <a:cubicBezTo>
                    <a:pt x="6786" y="1344"/>
                    <a:pt x="6786" y="1344"/>
                    <a:pt x="6786" y="1344"/>
                  </a:cubicBezTo>
                  <a:cubicBezTo>
                    <a:pt x="6786" y="1355"/>
                    <a:pt x="6786" y="1355"/>
                    <a:pt x="6786" y="1355"/>
                  </a:cubicBezTo>
                  <a:cubicBezTo>
                    <a:pt x="6776" y="1355"/>
                    <a:pt x="6776" y="1355"/>
                    <a:pt x="6776" y="1355"/>
                  </a:cubicBezTo>
                  <a:cubicBezTo>
                    <a:pt x="6776" y="1370"/>
                    <a:pt x="6776" y="1370"/>
                    <a:pt x="6776" y="1370"/>
                  </a:cubicBezTo>
                  <a:cubicBezTo>
                    <a:pt x="6766" y="1380"/>
                    <a:pt x="6766" y="1380"/>
                    <a:pt x="6766" y="1380"/>
                  </a:cubicBezTo>
                  <a:cubicBezTo>
                    <a:pt x="6766" y="1411"/>
                    <a:pt x="6766" y="1411"/>
                    <a:pt x="6766" y="1411"/>
                  </a:cubicBezTo>
                  <a:cubicBezTo>
                    <a:pt x="6755" y="1411"/>
                    <a:pt x="6755" y="1411"/>
                    <a:pt x="6755" y="1411"/>
                  </a:cubicBezTo>
                  <a:cubicBezTo>
                    <a:pt x="6755" y="1381"/>
                    <a:pt x="6755" y="1381"/>
                    <a:pt x="6755" y="1381"/>
                  </a:cubicBezTo>
                  <a:cubicBezTo>
                    <a:pt x="6744" y="1367"/>
                    <a:pt x="6744" y="1367"/>
                    <a:pt x="6744" y="1367"/>
                  </a:cubicBezTo>
                  <a:cubicBezTo>
                    <a:pt x="6744" y="1291"/>
                    <a:pt x="6744" y="1291"/>
                    <a:pt x="6744" y="1291"/>
                  </a:cubicBezTo>
                  <a:cubicBezTo>
                    <a:pt x="6727" y="1291"/>
                    <a:pt x="6727" y="1291"/>
                    <a:pt x="6727" y="1291"/>
                  </a:cubicBezTo>
                  <a:cubicBezTo>
                    <a:pt x="6727" y="1217"/>
                    <a:pt x="6727" y="1217"/>
                    <a:pt x="6727" y="1217"/>
                  </a:cubicBezTo>
                  <a:cubicBezTo>
                    <a:pt x="6670" y="1217"/>
                    <a:pt x="6670" y="1217"/>
                    <a:pt x="6670" y="1217"/>
                  </a:cubicBezTo>
                  <a:cubicBezTo>
                    <a:pt x="6670" y="1194"/>
                    <a:pt x="6670" y="1194"/>
                    <a:pt x="6670" y="1194"/>
                  </a:cubicBezTo>
                  <a:cubicBezTo>
                    <a:pt x="6640" y="1194"/>
                    <a:pt x="6640" y="1194"/>
                    <a:pt x="6640" y="1194"/>
                  </a:cubicBezTo>
                  <a:cubicBezTo>
                    <a:pt x="6640" y="1246"/>
                    <a:pt x="6640" y="1246"/>
                    <a:pt x="6640" y="1246"/>
                  </a:cubicBezTo>
                  <a:cubicBezTo>
                    <a:pt x="6625" y="1246"/>
                    <a:pt x="6625" y="1246"/>
                    <a:pt x="6625" y="1246"/>
                  </a:cubicBezTo>
                  <a:cubicBezTo>
                    <a:pt x="6625" y="1229"/>
                    <a:pt x="6625" y="1229"/>
                    <a:pt x="6625" y="1229"/>
                  </a:cubicBezTo>
                  <a:cubicBezTo>
                    <a:pt x="6625" y="1229"/>
                    <a:pt x="6614" y="1229"/>
                    <a:pt x="6609" y="1229"/>
                  </a:cubicBezTo>
                  <a:cubicBezTo>
                    <a:pt x="6604" y="1229"/>
                    <a:pt x="6604" y="1246"/>
                    <a:pt x="6604" y="1246"/>
                  </a:cubicBezTo>
                  <a:cubicBezTo>
                    <a:pt x="6604" y="1293"/>
                    <a:pt x="6604" y="1293"/>
                    <a:pt x="6604" y="1293"/>
                  </a:cubicBezTo>
                  <a:cubicBezTo>
                    <a:pt x="6562" y="1293"/>
                    <a:pt x="6562" y="1293"/>
                    <a:pt x="6562" y="1293"/>
                  </a:cubicBezTo>
                  <a:cubicBezTo>
                    <a:pt x="6562" y="1130"/>
                    <a:pt x="6562" y="1130"/>
                    <a:pt x="6562" y="1130"/>
                  </a:cubicBezTo>
                  <a:cubicBezTo>
                    <a:pt x="6505" y="1130"/>
                    <a:pt x="6505" y="1130"/>
                    <a:pt x="6505" y="1130"/>
                  </a:cubicBezTo>
                  <a:cubicBezTo>
                    <a:pt x="6505" y="1157"/>
                    <a:pt x="6505" y="1157"/>
                    <a:pt x="6505" y="1157"/>
                  </a:cubicBezTo>
                  <a:cubicBezTo>
                    <a:pt x="6481" y="1157"/>
                    <a:pt x="6477" y="1169"/>
                    <a:pt x="6477" y="1169"/>
                  </a:cubicBezTo>
                  <a:cubicBezTo>
                    <a:pt x="6450" y="1169"/>
                    <a:pt x="6450" y="1169"/>
                    <a:pt x="6450" y="1169"/>
                  </a:cubicBezTo>
                  <a:cubicBezTo>
                    <a:pt x="6450" y="1202"/>
                    <a:pt x="6450" y="1202"/>
                    <a:pt x="6450" y="1202"/>
                  </a:cubicBezTo>
                  <a:cubicBezTo>
                    <a:pt x="6438" y="1202"/>
                    <a:pt x="6438" y="1202"/>
                    <a:pt x="6438" y="1202"/>
                  </a:cubicBezTo>
                  <a:cubicBezTo>
                    <a:pt x="6438" y="1333"/>
                    <a:pt x="6438" y="1333"/>
                    <a:pt x="6438" y="1333"/>
                  </a:cubicBezTo>
                  <a:cubicBezTo>
                    <a:pt x="6414" y="1333"/>
                    <a:pt x="6414" y="1333"/>
                    <a:pt x="6414" y="1333"/>
                  </a:cubicBezTo>
                  <a:cubicBezTo>
                    <a:pt x="6414" y="1314"/>
                    <a:pt x="6414" y="1314"/>
                    <a:pt x="6414" y="1314"/>
                  </a:cubicBezTo>
                  <a:cubicBezTo>
                    <a:pt x="6401" y="1301"/>
                    <a:pt x="6401" y="1301"/>
                    <a:pt x="6401" y="1301"/>
                  </a:cubicBezTo>
                  <a:cubicBezTo>
                    <a:pt x="6394" y="1301"/>
                    <a:pt x="6394" y="1301"/>
                    <a:pt x="6394" y="1301"/>
                  </a:cubicBezTo>
                  <a:cubicBezTo>
                    <a:pt x="6381" y="1311"/>
                    <a:pt x="6381" y="1311"/>
                    <a:pt x="6381" y="1311"/>
                  </a:cubicBezTo>
                  <a:cubicBezTo>
                    <a:pt x="6381" y="1078"/>
                    <a:pt x="6381" y="1078"/>
                    <a:pt x="6381" y="1078"/>
                  </a:cubicBezTo>
                  <a:cubicBezTo>
                    <a:pt x="6322" y="1065"/>
                    <a:pt x="6322" y="1065"/>
                    <a:pt x="6322" y="1065"/>
                  </a:cubicBezTo>
                  <a:cubicBezTo>
                    <a:pt x="6297" y="1065"/>
                    <a:pt x="6297" y="1065"/>
                    <a:pt x="6297" y="1065"/>
                  </a:cubicBezTo>
                  <a:cubicBezTo>
                    <a:pt x="6297" y="1080"/>
                    <a:pt x="6297" y="1080"/>
                    <a:pt x="6297" y="1080"/>
                  </a:cubicBezTo>
                  <a:cubicBezTo>
                    <a:pt x="6280" y="1080"/>
                    <a:pt x="6280" y="1080"/>
                    <a:pt x="6280" y="1080"/>
                  </a:cubicBezTo>
                  <a:cubicBezTo>
                    <a:pt x="6280" y="1135"/>
                    <a:pt x="6280" y="1135"/>
                    <a:pt x="6280" y="1135"/>
                  </a:cubicBezTo>
                  <a:cubicBezTo>
                    <a:pt x="6264" y="1135"/>
                    <a:pt x="6264" y="1135"/>
                    <a:pt x="6264" y="1135"/>
                  </a:cubicBezTo>
                  <a:cubicBezTo>
                    <a:pt x="6264" y="1207"/>
                    <a:pt x="6264" y="1207"/>
                    <a:pt x="6264" y="1207"/>
                  </a:cubicBezTo>
                  <a:cubicBezTo>
                    <a:pt x="6242" y="1207"/>
                    <a:pt x="6242" y="1207"/>
                    <a:pt x="6242" y="1207"/>
                  </a:cubicBezTo>
                  <a:cubicBezTo>
                    <a:pt x="6242" y="1181"/>
                    <a:pt x="6242" y="1181"/>
                    <a:pt x="6242" y="1181"/>
                  </a:cubicBezTo>
                  <a:cubicBezTo>
                    <a:pt x="6214" y="1181"/>
                    <a:pt x="6214" y="1181"/>
                    <a:pt x="6214" y="1181"/>
                  </a:cubicBezTo>
                  <a:cubicBezTo>
                    <a:pt x="6214" y="1098"/>
                    <a:pt x="6214" y="1098"/>
                    <a:pt x="6214" y="1098"/>
                  </a:cubicBezTo>
                  <a:cubicBezTo>
                    <a:pt x="6196" y="1098"/>
                    <a:pt x="6196" y="1098"/>
                    <a:pt x="6196" y="1098"/>
                  </a:cubicBezTo>
                  <a:cubicBezTo>
                    <a:pt x="6196" y="1048"/>
                    <a:pt x="6196" y="1048"/>
                    <a:pt x="6196" y="1048"/>
                  </a:cubicBezTo>
                  <a:cubicBezTo>
                    <a:pt x="6114" y="1039"/>
                    <a:pt x="6114" y="1039"/>
                    <a:pt x="6114" y="1039"/>
                  </a:cubicBezTo>
                  <a:cubicBezTo>
                    <a:pt x="6114" y="1024"/>
                    <a:pt x="6114" y="1024"/>
                    <a:pt x="6114" y="1024"/>
                  </a:cubicBezTo>
                  <a:cubicBezTo>
                    <a:pt x="5961" y="1014"/>
                    <a:pt x="5961" y="1014"/>
                    <a:pt x="5961" y="1014"/>
                  </a:cubicBezTo>
                  <a:cubicBezTo>
                    <a:pt x="5961" y="823"/>
                    <a:pt x="5961" y="823"/>
                    <a:pt x="5961" y="823"/>
                  </a:cubicBezTo>
                  <a:cubicBezTo>
                    <a:pt x="5826" y="790"/>
                    <a:pt x="5826" y="790"/>
                    <a:pt x="5826" y="790"/>
                  </a:cubicBezTo>
                  <a:cubicBezTo>
                    <a:pt x="5688" y="818"/>
                    <a:pt x="5688" y="818"/>
                    <a:pt x="5688" y="818"/>
                  </a:cubicBezTo>
                  <a:cubicBezTo>
                    <a:pt x="5688" y="1359"/>
                    <a:pt x="5688" y="1359"/>
                    <a:pt x="5688" y="1359"/>
                  </a:cubicBezTo>
                  <a:cubicBezTo>
                    <a:pt x="5605" y="1359"/>
                    <a:pt x="5605" y="1359"/>
                    <a:pt x="5605" y="1359"/>
                  </a:cubicBezTo>
                  <a:cubicBezTo>
                    <a:pt x="5605" y="451"/>
                    <a:pt x="5605" y="451"/>
                    <a:pt x="5605" y="451"/>
                  </a:cubicBezTo>
                  <a:cubicBezTo>
                    <a:pt x="5468" y="487"/>
                    <a:pt x="5468" y="487"/>
                    <a:pt x="5468" y="487"/>
                  </a:cubicBezTo>
                  <a:cubicBezTo>
                    <a:pt x="5468" y="1274"/>
                    <a:pt x="5468" y="1274"/>
                    <a:pt x="5468" y="1274"/>
                  </a:cubicBezTo>
                  <a:cubicBezTo>
                    <a:pt x="5414" y="1274"/>
                    <a:pt x="5414" y="1274"/>
                    <a:pt x="5414" y="1274"/>
                  </a:cubicBezTo>
                  <a:cubicBezTo>
                    <a:pt x="5414" y="683"/>
                    <a:pt x="5414" y="683"/>
                    <a:pt x="5414" y="683"/>
                  </a:cubicBezTo>
                  <a:cubicBezTo>
                    <a:pt x="5404" y="683"/>
                    <a:pt x="5404" y="683"/>
                    <a:pt x="5404" y="683"/>
                  </a:cubicBezTo>
                  <a:cubicBezTo>
                    <a:pt x="5404" y="674"/>
                    <a:pt x="5404" y="674"/>
                    <a:pt x="5404" y="674"/>
                  </a:cubicBezTo>
                  <a:cubicBezTo>
                    <a:pt x="5396" y="674"/>
                    <a:pt x="5396" y="674"/>
                    <a:pt x="5396" y="674"/>
                  </a:cubicBezTo>
                  <a:cubicBezTo>
                    <a:pt x="5396" y="655"/>
                    <a:pt x="5396" y="655"/>
                    <a:pt x="5396" y="655"/>
                  </a:cubicBezTo>
                  <a:cubicBezTo>
                    <a:pt x="5384" y="655"/>
                    <a:pt x="5384" y="655"/>
                    <a:pt x="5384" y="655"/>
                  </a:cubicBezTo>
                  <a:cubicBezTo>
                    <a:pt x="5384" y="634"/>
                    <a:pt x="5384" y="634"/>
                    <a:pt x="5384" y="634"/>
                  </a:cubicBezTo>
                  <a:cubicBezTo>
                    <a:pt x="5367" y="634"/>
                    <a:pt x="5367" y="634"/>
                    <a:pt x="5367" y="634"/>
                  </a:cubicBezTo>
                  <a:cubicBezTo>
                    <a:pt x="5367" y="615"/>
                    <a:pt x="5367" y="615"/>
                    <a:pt x="5367" y="615"/>
                  </a:cubicBezTo>
                  <a:cubicBezTo>
                    <a:pt x="5360" y="615"/>
                    <a:pt x="5360" y="615"/>
                    <a:pt x="5360" y="615"/>
                  </a:cubicBezTo>
                  <a:cubicBezTo>
                    <a:pt x="5360" y="593"/>
                    <a:pt x="5360" y="593"/>
                    <a:pt x="5360" y="593"/>
                  </a:cubicBezTo>
                  <a:cubicBezTo>
                    <a:pt x="5353" y="532"/>
                    <a:pt x="5353" y="532"/>
                    <a:pt x="5353" y="532"/>
                  </a:cubicBezTo>
                  <a:cubicBezTo>
                    <a:pt x="5346" y="593"/>
                    <a:pt x="5346" y="593"/>
                    <a:pt x="5346" y="593"/>
                  </a:cubicBezTo>
                  <a:cubicBezTo>
                    <a:pt x="5346" y="615"/>
                    <a:pt x="5346" y="615"/>
                    <a:pt x="5346" y="615"/>
                  </a:cubicBezTo>
                  <a:cubicBezTo>
                    <a:pt x="5339" y="615"/>
                    <a:pt x="5339" y="615"/>
                    <a:pt x="5339" y="615"/>
                  </a:cubicBezTo>
                  <a:cubicBezTo>
                    <a:pt x="5339" y="634"/>
                    <a:pt x="5339" y="634"/>
                    <a:pt x="5339" y="634"/>
                  </a:cubicBezTo>
                  <a:cubicBezTo>
                    <a:pt x="5322" y="634"/>
                    <a:pt x="5322" y="634"/>
                    <a:pt x="5322" y="634"/>
                  </a:cubicBezTo>
                  <a:cubicBezTo>
                    <a:pt x="5322" y="655"/>
                    <a:pt x="5322" y="655"/>
                    <a:pt x="5322" y="655"/>
                  </a:cubicBezTo>
                  <a:cubicBezTo>
                    <a:pt x="5310" y="655"/>
                    <a:pt x="5310" y="655"/>
                    <a:pt x="5310" y="655"/>
                  </a:cubicBezTo>
                  <a:cubicBezTo>
                    <a:pt x="5310" y="674"/>
                    <a:pt x="5310" y="674"/>
                    <a:pt x="5310" y="674"/>
                  </a:cubicBezTo>
                  <a:cubicBezTo>
                    <a:pt x="5302" y="674"/>
                    <a:pt x="5302" y="674"/>
                    <a:pt x="5302" y="674"/>
                  </a:cubicBezTo>
                  <a:cubicBezTo>
                    <a:pt x="5302" y="683"/>
                    <a:pt x="5302" y="683"/>
                    <a:pt x="5302" y="683"/>
                  </a:cubicBezTo>
                  <a:cubicBezTo>
                    <a:pt x="5292" y="683"/>
                    <a:pt x="5292" y="683"/>
                    <a:pt x="5292" y="683"/>
                  </a:cubicBezTo>
                  <a:cubicBezTo>
                    <a:pt x="5292" y="1274"/>
                    <a:pt x="5292" y="1274"/>
                    <a:pt x="5292" y="1274"/>
                  </a:cubicBezTo>
                  <a:cubicBezTo>
                    <a:pt x="5260" y="1274"/>
                    <a:pt x="5260" y="1274"/>
                    <a:pt x="5260" y="1274"/>
                  </a:cubicBezTo>
                  <a:cubicBezTo>
                    <a:pt x="5260" y="792"/>
                    <a:pt x="5260" y="792"/>
                    <a:pt x="5260" y="792"/>
                  </a:cubicBezTo>
                  <a:cubicBezTo>
                    <a:pt x="5098" y="792"/>
                    <a:pt x="5098" y="792"/>
                    <a:pt x="5098" y="792"/>
                  </a:cubicBezTo>
                  <a:cubicBezTo>
                    <a:pt x="5073" y="817"/>
                    <a:pt x="5073" y="817"/>
                    <a:pt x="5073" y="817"/>
                  </a:cubicBezTo>
                  <a:cubicBezTo>
                    <a:pt x="5073" y="1219"/>
                    <a:pt x="5073" y="1219"/>
                    <a:pt x="5073" y="1219"/>
                  </a:cubicBezTo>
                  <a:cubicBezTo>
                    <a:pt x="5044" y="1219"/>
                    <a:pt x="5044" y="1219"/>
                    <a:pt x="5044" y="1219"/>
                  </a:cubicBezTo>
                  <a:cubicBezTo>
                    <a:pt x="5031" y="1237"/>
                    <a:pt x="5031" y="1237"/>
                    <a:pt x="5031" y="1237"/>
                  </a:cubicBezTo>
                  <a:cubicBezTo>
                    <a:pt x="5031" y="1419"/>
                    <a:pt x="5031" y="1419"/>
                    <a:pt x="5031" y="1419"/>
                  </a:cubicBezTo>
                  <a:cubicBezTo>
                    <a:pt x="5007" y="1419"/>
                    <a:pt x="5007" y="1419"/>
                    <a:pt x="5007" y="1419"/>
                  </a:cubicBezTo>
                  <a:cubicBezTo>
                    <a:pt x="5007" y="1089"/>
                    <a:pt x="5007" y="1089"/>
                    <a:pt x="5007" y="1089"/>
                  </a:cubicBezTo>
                  <a:cubicBezTo>
                    <a:pt x="4993" y="1089"/>
                    <a:pt x="4993" y="1089"/>
                    <a:pt x="4993" y="1089"/>
                  </a:cubicBezTo>
                  <a:cubicBezTo>
                    <a:pt x="4993" y="1050"/>
                    <a:pt x="4993" y="1050"/>
                    <a:pt x="4993" y="1050"/>
                  </a:cubicBezTo>
                  <a:cubicBezTo>
                    <a:pt x="4981" y="1050"/>
                    <a:pt x="4981" y="1050"/>
                    <a:pt x="4981" y="1050"/>
                  </a:cubicBezTo>
                  <a:cubicBezTo>
                    <a:pt x="4981" y="1026"/>
                    <a:pt x="4981" y="1026"/>
                    <a:pt x="4981" y="1026"/>
                  </a:cubicBezTo>
                  <a:cubicBezTo>
                    <a:pt x="4959" y="1026"/>
                    <a:pt x="4959" y="1026"/>
                    <a:pt x="4959" y="1026"/>
                  </a:cubicBezTo>
                  <a:cubicBezTo>
                    <a:pt x="4945" y="1016"/>
                    <a:pt x="4945" y="1016"/>
                    <a:pt x="4945" y="1016"/>
                  </a:cubicBezTo>
                  <a:cubicBezTo>
                    <a:pt x="4945" y="887"/>
                    <a:pt x="4945" y="887"/>
                    <a:pt x="4945" y="887"/>
                  </a:cubicBezTo>
                  <a:cubicBezTo>
                    <a:pt x="4841" y="919"/>
                    <a:pt x="4841" y="919"/>
                    <a:pt x="4841" y="919"/>
                  </a:cubicBezTo>
                  <a:cubicBezTo>
                    <a:pt x="4819" y="902"/>
                    <a:pt x="4819" y="902"/>
                    <a:pt x="4819" y="902"/>
                  </a:cubicBezTo>
                  <a:cubicBezTo>
                    <a:pt x="4819" y="685"/>
                    <a:pt x="4819" y="685"/>
                    <a:pt x="4819" y="685"/>
                  </a:cubicBezTo>
                  <a:cubicBezTo>
                    <a:pt x="4750" y="668"/>
                    <a:pt x="4750" y="668"/>
                    <a:pt x="4750" y="668"/>
                  </a:cubicBezTo>
                  <a:cubicBezTo>
                    <a:pt x="4616" y="723"/>
                    <a:pt x="4616" y="723"/>
                    <a:pt x="4616" y="723"/>
                  </a:cubicBezTo>
                  <a:cubicBezTo>
                    <a:pt x="4616" y="734"/>
                    <a:pt x="4616" y="734"/>
                    <a:pt x="4616" y="734"/>
                  </a:cubicBezTo>
                  <a:cubicBezTo>
                    <a:pt x="4593" y="720"/>
                    <a:pt x="4593" y="720"/>
                    <a:pt x="4593" y="720"/>
                  </a:cubicBezTo>
                  <a:cubicBezTo>
                    <a:pt x="4574" y="720"/>
                    <a:pt x="4574" y="720"/>
                    <a:pt x="4574" y="720"/>
                  </a:cubicBezTo>
                  <a:cubicBezTo>
                    <a:pt x="4574" y="739"/>
                    <a:pt x="4574" y="739"/>
                    <a:pt x="4574" y="739"/>
                  </a:cubicBezTo>
                  <a:cubicBezTo>
                    <a:pt x="4551" y="739"/>
                    <a:pt x="4551" y="739"/>
                    <a:pt x="4551" y="739"/>
                  </a:cubicBezTo>
                  <a:cubicBezTo>
                    <a:pt x="4551" y="807"/>
                    <a:pt x="4551" y="807"/>
                    <a:pt x="4551" y="807"/>
                  </a:cubicBezTo>
                  <a:cubicBezTo>
                    <a:pt x="4540" y="807"/>
                    <a:pt x="4540" y="807"/>
                    <a:pt x="4540" y="807"/>
                  </a:cubicBezTo>
                  <a:cubicBezTo>
                    <a:pt x="4540" y="1250"/>
                    <a:pt x="4540" y="1250"/>
                    <a:pt x="4540" y="1250"/>
                  </a:cubicBezTo>
                  <a:cubicBezTo>
                    <a:pt x="4523" y="1250"/>
                    <a:pt x="4523" y="1250"/>
                    <a:pt x="4523" y="1250"/>
                  </a:cubicBezTo>
                  <a:cubicBezTo>
                    <a:pt x="4516" y="1237"/>
                    <a:pt x="4516" y="1237"/>
                    <a:pt x="4516" y="1237"/>
                  </a:cubicBezTo>
                  <a:cubicBezTo>
                    <a:pt x="4516" y="1205"/>
                    <a:pt x="4516" y="1205"/>
                    <a:pt x="4516" y="1205"/>
                  </a:cubicBezTo>
                  <a:cubicBezTo>
                    <a:pt x="4499" y="1205"/>
                    <a:pt x="4499" y="1205"/>
                    <a:pt x="4499" y="1205"/>
                  </a:cubicBezTo>
                  <a:cubicBezTo>
                    <a:pt x="4499" y="1238"/>
                    <a:pt x="4499" y="1238"/>
                    <a:pt x="4499" y="1238"/>
                  </a:cubicBezTo>
                  <a:cubicBezTo>
                    <a:pt x="4495" y="1234"/>
                    <a:pt x="4495" y="1234"/>
                    <a:pt x="4495" y="1234"/>
                  </a:cubicBezTo>
                  <a:cubicBezTo>
                    <a:pt x="4495" y="1245"/>
                    <a:pt x="4495" y="1245"/>
                    <a:pt x="4495" y="1245"/>
                  </a:cubicBezTo>
                  <a:cubicBezTo>
                    <a:pt x="4482" y="1245"/>
                    <a:pt x="4482" y="1245"/>
                    <a:pt x="4482" y="1245"/>
                  </a:cubicBezTo>
                  <a:cubicBezTo>
                    <a:pt x="4482" y="1255"/>
                    <a:pt x="4482" y="1255"/>
                    <a:pt x="4482" y="1255"/>
                  </a:cubicBezTo>
                  <a:cubicBezTo>
                    <a:pt x="4474" y="1255"/>
                    <a:pt x="4474" y="1255"/>
                    <a:pt x="4474" y="1255"/>
                  </a:cubicBezTo>
                  <a:cubicBezTo>
                    <a:pt x="4474" y="1263"/>
                    <a:pt x="4474" y="1263"/>
                    <a:pt x="4474" y="1263"/>
                  </a:cubicBezTo>
                  <a:cubicBezTo>
                    <a:pt x="4452" y="1263"/>
                    <a:pt x="4452" y="1263"/>
                    <a:pt x="4452" y="1263"/>
                  </a:cubicBezTo>
                  <a:cubicBezTo>
                    <a:pt x="4452" y="1251"/>
                    <a:pt x="4452" y="1251"/>
                    <a:pt x="4452" y="1251"/>
                  </a:cubicBezTo>
                  <a:cubicBezTo>
                    <a:pt x="4468" y="1248"/>
                    <a:pt x="4468" y="1248"/>
                    <a:pt x="4468" y="1248"/>
                  </a:cubicBezTo>
                  <a:cubicBezTo>
                    <a:pt x="4468" y="1242"/>
                    <a:pt x="4468" y="1242"/>
                    <a:pt x="4468" y="1242"/>
                  </a:cubicBezTo>
                  <a:cubicBezTo>
                    <a:pt x="4407" y="1242"/>
                    <a:pt x="4407" y="1242"/>
                    <a:pt x="4407" y="1242"/>
                  </a:cubicBezTo>
                  <a:cubicBezTo>
                    <a:pt x="4409" y="1247"/>
                    <a:pt x="4409" y="1247"/>
                    <a:pt x="4409" y="1247"/>
                  </a:cubicBezTo>
                  <a:cubicBezTo>
                    <a:pt x="4421" y="1249"/>
                    <a:pt x="4421" y="1249"/>
                    <a:pt x="4421" y="1249"/>
                  </a:cubicBezTo>
                  <a:cubicBezTo>
                    <a:pt x="4421" y="1260"/>
                    <a:pt x="4421" y="1260"/>
                    <a:pt x="4421" y="1260"/>
                  </a:cubicBezTo>
                  <a:cubicBezTo>
                    <a:pt x="4398" y="1265"/>
                    <a:pt x="4398" y="1265"/>
                    <a:pt x="4398" y="1265"/>
                  </a:cubicBezTo>
                  <a:cubicBezTo>
                    <a:pt x="4369" y="1201"/>
                    <a:pt x="4369" y="1201"/>
                    <a:pt x="4369" y="1201"/>
                  </a:cubicBezTo>
                  <a:cubicBezTo>
                    <a:pt x="4369" y="1161"/>
                    <a:pt x="4369" y="1161"/>
                    <a:pt x="4369" y="1161"/>
                  </a:cubicBezTo>
                  <a:cubicBezTo>
                    <a:pt x="4369" y="948"/>
                    <a:pt x="4369" y="948"/>
                    <a:pt x="4369" y="948"/>
                  </a:cubicBezTo>
                  <a:cubicBezTo>
                    <a:pt x="4369" y="948"/>
                    <a:pt x="4379" y="944"/>
                    <a:pt x="4379" y="932"/>
                  </a:cubicBezTo>
                  <a:cubicBezTo>
                    <a:pt x="4379" y="920"/>
                    <a:pt x="4346" y="917"/>
                    <a:pt x="4333" y="917"/>
                  </a:cubicBezTo>
                  <a:cubicBezTo>
                    <a:pt x="4320" y="917"/>
                    <a:pt x="4287" y="920"/>
                    <a:pt x="4287" y="932"/>
                  </a:cubicBezTo>
                  <a:cubicBezTo>
                    <a:pt x="4287" y="944"/>
                    <a:pt x="4297" y="948"/>
                    <a:pt x="4297" y="948"/>
                  </a:cubicBezTo>
                  <a:cubicBezTo>
                    <a:pt x="4297" y="1161"/>
                    <a:pt x="4297" y="1161"/>
                    <a:pt x="4297" y="1161"/>
                  </a:cubicBezTo>
                  <a:cubicBezTo>
                    <a:pt x="4286" y="1161"/>
                    <a:pt x="4286" y="1161"/>
                    <a:pt x="4286" y="1161"/>
                  </a:cubicBezTo>
                  <a:cubicBezTo>
                    <a:pt x="4286" y="1131"/>
                    <a:pt x="4286" y="1131"/>
                    <a:pt x="4286" y="1131"/>
                  </a:cubicBezTo>
                  <a:cubicBezTo>
                    <a:pt x="4238" y="1091"/>
                    <a:pt x="4238" y="1091"/>
                    <a:pt x="4238" y="1091"/>
                  </a:cubicBezTo>
                  <a:cubicBezTo>
                    <a:pt x="4238" y="974"/>
                    <a:pt x="4238" y="974"/>
                    <a:pt x="4238" y="974"/>
                  </a:cubicBezTo>
                  <a:cubicBezTo>
                    <a:pt x="4223" y="974"/>
                    <a:pt x="4223" y="974"/>
                    <a:pt x="4223" y="974"/>
                  </a:cubicBezTo>
                  <a:cubicBezTo>
                    <a:pt x="4166" y="1010"/>
                    <a:pt x="4166" y="1010"/>
                    <a:pt x="4166" y="1010"/>
                  </a:cubicBezTo>
                  <a:cubicBezTo>
                    <a:pt x="4166" y="995"/>
                    <a:pt x="4166" y="995"/>
                    <a:pt x="4166" y="995"/>
                  </a:cubicBezTo>
                  <a:cubicBezTo>
                    <a:pt x="4087" y="995"/>
                    <a:pt x="4087" y="995"/>
                    <a:pt x="4087" y="995"/>
                  </a:cubicBezTo>
                  <a:cubicBezTo>
                    <a:pt x="4087" y="1012"/>
                    <a:pt x="4087" y="1012"/>
                    <a:pt x="4087" y="1012"/>
                  </a:cubicBezTo>
                  <a:cubicBezTo>
                    <a:pt x="4069" y="1012"/>
                    <a:pt x="4069" y="1012"/>
                    <a:pt x="4069" y="1012"/>
                  </a:cubicBezTo>
                  <a:cubicBezTo>
                    <a:pt x="4069" y="1130"/>
                    <a:pt x="4069" y="1130"/>
                    <a:pt x="4069" y="1130"/>
                  </a:cubicBezTo>
                  <a:cubicBezTo>
                    <a:pt x="4046" y="1117"/>
                    <a:pt x="4046" y="1117"/>
                    <a:pt x="4046" y="1117"/>
                  </a:cubicBezTo>
                  <a:cubicBezTo>
                    <a:pt x="4046" y="1088"/>
                    <a:pt x="4046" y="1088"/>
                    <a:pt x="4046" y="1088"/>
                  </a:cubicBezTo>
                  <a:cubicBezTo>
                    <a:pt x="4039" y="1088"/>
                    <a:pt x="4039" y="1088"/>
                    <a:pt x="4039" y="1088"/>
                  </a:cubicBezTo>
                  <a:cubicBezTo>
                    <a:pt x="4039" y="1118"/>
                    <a:pt x="4039" y="1118"/>
                    <a:pt x="4039" y="1118"/>
                  </a:cubicBezTo>
                  <a:cubicBezTo>
                    <a:pt x="4032" y="1118"/>
                    <a:pt x="4032" y="1118"/>
                    <a:pt x="4032" y="1118"/>
                  </a:cubicBezTo>
                  <a:cubicBezTo>
                    <a:pt x="4032" y="1061"/>
                    <a:pt x="4032" y="1061"/>
                    <a:pt x="4032" y="1061"/>
                  </a:cubicBezTo>
                  <a:cubicBezTo>
                    <a:pt x="3989" y="1061"/>
                    <a:pt x="3989" y="1061"/>
                    <a:pt x="3989" y="1061"/>
                  </a:cubicBezTo>
                  <a:cubicBezTo>
                    <a:pt x="3989" y="1052"/>
                    <a:pt x="3984" y="1018"/>
                    <a:pt x="3943" y="995"/>
                  </a:cubicBezTo>
                  <a:cubicBezTo>
                    <a:pt x="3943" y="975"/>
                    <a:pt x="3943" y="975"/>
                    <a:pt x="3943" y="975"/>
                  </a:cubicBezTo>
                  <a:cubicBezTo>
                    <a:pt x="3933" y="975"/>
                    <a:pt x="3933" y="975"/>
                    <a:pt x="3933" y="975"/>
                  </a:cubicBezTo>
                  <a:cubicBezTo>
                    <a:pt x="3923" y="975"/>
                    <a:pt x="3923" y="975"/>
                    <a:pt x="3923" y="975"/>
                  </a:cubicBezTo>
                  <a:cubicBezTo>
                    <a:pt x="3923" y="995"/>
                    <a:pt x="3923" y="995"/>
                    <a:pt x="3923" y="995"/>
                  </a:cubicBezTo>
                  <a:cubicBezTo>
                    <a:pt x="3882" y="1018"/>
                    <a:pt x="3877" y="1052"/>
                    <a:pt x="3877" y="1061"/>
                  </a:cubicBezTo>
                  <a:cubicBezTo>
                    <a:pt x="3877" y="1070"/>
                    <a:pt x="3885" y="1078"/>
                    <a:pt x="3885" y="1078"/>
                  </a:cubicBezTo>
                  <a:cubicBezTo>
                    <a:pt x="3859" y="1078"/>
                    <a:pt x="3859" y="1078"/>
                    <a:pt x="3859" y="1078"/>
                  </a:cubicBezTo>
                  <a:cubicBezTo>
                    <a:pt x="3846" y="1078"/>
                    <a:pt x="3846" y="1078"/>
                    <a:pt x="3846" y="1078"/>
                  </a:cubicBezTo>
                  <a:cubicBezTo>
                    <a:pt x="3809" y="1051"/>
                    <a:pt x="3809" y="1051"/>
                    <a:pt x="3809" y="1051"/>
                  </a:cubicBezTo>
                  <a:cubicBezTo>
                    <a:pt x="3781" y="1070"/>
                    <a:pt x="3781" y="1070"/>
                    <a:pt x="3781" y="1070"/>
                  </a:cubicBezTo>
                  <a:cubicBezTo>
                    <a:pt x="3770" y="1080"/>
                    <a:pt x="3770" y="1080"/>
                    <a:pt x="3770" y="1080"/>
                  </a:cubicBezTo>
                  <a:cubicBezTo>
                    <a:pt x="3742" y="1080"/>
                    <a:pt x="3742" y="1080"/>
                    <a:pt x="3742" y="1080"/>
                  </a:cubicBezTo>
                  <a:cubicBezTo>
                    <a:pt x="3742" y="1095"/>
                    <a:pt x="3742" y="1095"/>
                    <a:pt x="3742" y="1095"/>
                  </a:cubicBezTo>
                  <a:cubicBezTo>
                    <a:pt x="3759" y="1095"/>
                    <a:pt x="3763" y="1109"/>
                    <a:pt x="3763" y="1109"/>
                  </a:cubicBezTo>
                  <a:cubicBezTo>
                    <a:pt x="3763" y="1133"/>
                    <a:pt x="3763" y="1133"/>
                    <a:pt x="3763" y="1133"/>
                  </a:cubicBezTo>
                  <a:cubicBezTo>
                    <a:pt x="3734" y="1133"/>
                    <a:pt x="3734" y="1133"/>
                    <a:pt x="3734" y="1133"/>
                  </a:cubicBezTo>
                  <a:cubicBezTo>
                    <a:pt x="3734" y="1123"/>
                    <a:pt x="3734" y="1123"/>
                    <a:pt x="3734" y="1123"/>
                  </a:cubicBezTo>
                  <a:cubicBezTo>
                    <a:pt x="3673" y="1123"/>
                    <a:pt x="3673" y="1123"/>
                    <a:pt x="3673" y="1123"/>
                  </a:cubicBezTo>
                  <a:cubicBezTo>
                    <a:pt x="3673" y="1147"/>
                    <a:pt x="3673" y="1147"/>
                    <a:pt x="3673" y="1147"/>
                  </a:cubicBezTo>
                  <a:cubicBezTo>
                    <a:pt x="3635" y="1147"/>
                    <a:pt x="3635" y="1147"/>
                    <a:pt x="3635" y="1147"/>
                  </a:cubicBezTo>
                  <a:cubicBezTo>
                    <a:pt x="3635" y="1405"/>
                    <a:pt x="3635" y="1405"/>
                    <a:pt x="3635" y="1405"/>
                  </a:cubicBezTo>
                  <a:cubicBezTo>
                    <a:pt x="3585" y="1405"/>
                    <a:pt x="3585" y="1405"/>
                    <a:pt x="3585" y="1405"/>
                  </a:cubicBezTo>
                  <a:cubicBezTo>
                    <a:pt x="3585" y="1415"/>
                    <a:pt x="3585" y="1415"/>
                    <a:pt x="3585" y="1415"/>
                  </a:cubicBezTo>
                  <a:cubicBezTo>
                    <a:pt x="3576" y="1415"/>
                    <a:pt x="3576" y="1415"/>
                    <a:pt x="3576" y="1415"/>
                  </a:cubicBezTo>
                  <a:cubicBezTo>
                    <a:pt x="3576" y="1437"/>
                    <a:pt x="3576" y="1437"/>
                    <a:pt x="3576" y="1437"/>
                  </a:cubicBezTo>
                  <a:cubicBezTo>
                    <a:pt x="3565" y="1437"/>
                    <a:pt x="3565" y="1437"/>
                    <a:pt x="3565" y="1437"/>
                  </a:cubicBezTo>
                  <a:cubicBezTo>
                    <a:pt x="3565" y="1403"/>
                    <a:pt x="3565" y="1403"/>
                    <a:pt x="3565" y="1403"/>
                  </a:cubicBezTo>
                  <a:cubicBezTo>
                    <a:pt x="3528" y="1403"/>
                    <a:pt x="3528" y="1403"/>
                    <a:pt x="3528" y="1403"/>
                  </a:cubicBezTo>
                  <a:cubicBezTo>
                    <a:pt x="3528" y="1259"/>
                    <a:pt x="3528" y="1259"/>
                    <a:pt x="3528" y="1259"/>
                  </a:cubicBezTo>
                  <a:cubicBezTo>
                    <a:pt x="3478" y="1259"/>
                    <a:pt x="3478" y="1259"/>
                    <a:pt x="3478" y="1259"/>
                  </a:cubicBezTo>
                  <a:cubicBezTo>
                    <a:pt x="3478" y="1245"/>
                    <a:pt x="3478" y="1245"/>
                    <a:pt x="3478" y="1245"/>
                  </a:cubicBezTo>
                  <a:cubicBezTo>
                    <a:pt x="3463" y="1245"/>
                    <a:pt x="3463" y="1245"/>
                    <a:pt x="3463" y="1245"/>
                  </a:cubicBezTo>
                  <a:cubicBezTo>
                    <a:pt x="3463" y="1255"/>
                    <a:pt x="3463" y="1255"/>
                    <a:pt x="3463" y="1255"/>
                  </a:cubicBezTo>
                  <a:cubicBezTo>
                    <a:pt x="3455" y="1255"/>
                    <a:pt x="3455" y="1255"/>
                    <a:pt x="3455" y="1255"/>
                  </a:cubicBezTo>
                  <a:cubicBezTo>
                    <a:pt x="3456" y="1251"/>
                    <a:pt x="3456" y="1248"/>
                    <a:pt x="3456" y="1245"/>
                  </a:cubicBezTo>
                  <a:cubicBezTo>
                    <a:pt x="3456" y="1211"/>
                    <a:pt x="3436" y="1182"/>
                    <a:pt x="3407" y="1168"/>
                  </a:cubicBezTo>
                  <a:cubicBezTo>
                    <a:pt x="3407" y="700"/>
                    <a:pt x="3407" y="700"/>
                    <a:pt x="3407" y="700"/>
                  </a:cubicBezTo>
                  <a:cubicBezTo>
                    <a:pt x="3431" y="687"/>
                    <a:pt x="3447" y="662"/>
                    <a:pt x="3447" y="634"/>
                  </a:cubicBezTo>
                  <a:cubicBezTo>
                    <a:pt x="3447" y="597"/>
                    <a:pt x="3421" y="567"/>
                    <a:pt x="3387" y="560"/>
                  </a:cubicBezTo>
                  <a:cubicBezTo>
                    <a:pt x="3383" y="429"/>
                    <a:pt x="3383" y="429"/>
                    <a:pt x="3383" y="429"/>
                  </a:cubicBezTo>
                  <a:cubicBezTo>
                    <a:pt x="3391" y="425"/>
                    <a:pt x="3397" y="417"/>
                    <a:pt x="3397" y="407"/>
                  </a:cubicBezTo>
                  <a:cubicBezTo>
                    <a:pt x="3397" y="400"/>
                    <a:pt x="3394" y="393"/>
                    <a:pt x="3390" y="389"/>
                  </a:cubicBezTo>
                  <a:cubicBezTo>
                    <a:pt x="3390" y="372"/>
                    <a:pt x="3390" y="372"/>
                    <a:pt x="3390" y="372"/>
                  </a:cubicBezTo>
                  <a:cubicBezTo>
                    <a:pt x="3382" y="372"/>
                    <a:pt x="3382" y="372"/>
                    <a:pt x="3382" y="372"/>
                  </a:cubicBezTo>
                  <a:cubicBezTo>
                    <a:pt x="3382" y="269"/>
                    <a:pt x="3382" y="269"/>
                    <a:pt x="3382" y="269"/>
                  </a:cubicBezTo>
                  <a:cubicBezTo>
                    <a:pt x="3377" y="269"/>
                    <a:pt x="3377" y="269"/>
                    <a:pt x="3377" y="269"/>
                  </a:cubicBezTo>
                  <a:cubicBezTo>
                    <a:pt x="3377" y="187"/>
                    <a:pt x="3377" y="187"/>
                    <a:pt x="3377" y="187"/>
                  </a:cubicBezTo>
                  <a:cubicBezTo>
                    <a:pt x="3377" y="187"/>
                    <a:pt x="3385" y="187"/>
                    <a:pt x="3385" y="177"/>
                  </a:cubicBezTo>
                  <a:cubicBezTo>
                    <a:pt x="3385" y="167"/>
                    <a:pt x="3377" y="170"/>
                    <a:pt x="3377" y="170"/>
                  </a:cubicBezTo>
                  <a:cubicBezTo>
                    <a:pt x="3372" y="0"/>
                    <a:pt x="3372" y="0"/>
                    <a:pt x="3372" y="0"/>
                  </a:cubicBezTo>
                  <a:cubicBezTo>
                    <a:pt x="3367" y="170"/>
                    <a:pt x="3367" y="170"/>
                    <a:pt x="3367" y="170"/>
                  </a:cubicBezTo>
                  <a:cubicBezTo>
                    <a:pt x="3367" y="170"/>
                    <a:pt x="3359" y="167"/>
                    <a:pt x="3359" y="177"/>
                  </a:cubicBezTo>
                  <a:cubicBezTo>
                    <a:pt x="3359" y="187"/>
                    <a:pt x="3367" y="187"/>
                    <a:pt x="3367" y="187"/>
                  </a:cubicBezTo>
                  <a:cubicBezTo>
                    <a:pt x="3367" y="269"/>
                    <a:pt x="3367" y="269"/>
                    <a:pt x="3367" y="269"/>
                  </a:cubicBezTo>
                  <a:cubicBezTo>
                    <a:pt x="3362" y="269"/>
                    <a:pt x="3362" y="269"/>
                    <a:pt x="3362" y="269"/>
                  </a:cubicBezTo>
                  <a:cubicBezTo>
                    <a:pt x="3362" y="372"/>
                    <a:pt x="3362" y="372"/>
                    <a:pt x="3362" y="372"/>
                  </a:cubicBezTo>
                  <a:cubicBezTo>
                    <a:pt x="3354" y="372"/>
                    <a:pt x="3354" y="372"/>
                    <a:pt x="3354" y="372"/>
                  </a:cubicBezTo>
                  <a:cubicBezTo>
                    <a:pt x="3354" y="389"/>
                    <a:pt x="3354" y="389"/>
                    <a:pt x="3354" y="389"/>
                  </a:cubicBezTo>
                  <a:cubicBezTo>
                    <a:pt x="3350" y="393"/>
                    <a:pt x="3347" y="400"/>
                    <a:pt x="3347" y="407"/>
                  </a:cubicBezTo>
                  <a:cubicBezTo>
                    <a:pt x="3347" y="417"/>
                    <a:pt x="3353" y="425"/>
                    <a:pt x="3361" y="429"/>
                  </a:cubicBezTo>
                  <a:cubicBezTo>
                    <a:pt x="3357" y="560"/>
                    <a:pt x="3357" y="560"/>
                    <a:pt x="3357" y="560"/>
                  </a:cubicBezTo>
                  <a:cubicBezTo>
                    <a:pt x="3323" y="567"/>
                    <a:pt x="3297" y="597"/>
                    <a:pt x="3297" y="634"/>
                  </a:cubicBezTo>
                  <a:cubicBezTo>
                    <a:pt x="3297" y="659"/>
                    <a:pt x="3310" y="681"/>
                    <a:pt x="3329" y="695"/>
                  </a:cubicBezTo>
                  <a:cubicBezTo>
                    <a:pt x="3329" y="1173"/>
                    <a:pt x="3329" y="1173"/>
                    <a:pt x="3329" y="1173"/>
                  </a:cubicBezTo>
                  <a:cubicBezTo>
                    <a:pt x="3304" y="1187"/>
                    <a:pt x="3288" y="1214"/>
                    <a:pt x="3288" y="1245"/>
                  </a:cubicBezTo>
                  <a:cubicBezTo>
                    <a:pt x="3288" y="1275"/>
                    <a:pt x="3304" y="1302"/>
                    <a:pt x="3329" y="1317"/>
                  </a:cubicBezTo>
                  <a:cubicBezTo>
                    <a:pt x="3329" y="1343"/>
                    <a:pt x="3329" y="1343"/>
                    <a:pt x="3329" y="1343"/>
                  </a:cubicBezTo>
                  <a:cubicBezTo>
                    <a:pt x="3287" y="1479"/>
                    <a:pt x="3287" y="1479"/>
                    <a:pt x="3287" y="1479"/>
                  </a:cubicBezTo>
                  <a:cubicBezTo>
                    <a:pt x="3180" y="1479"/>
                    <a:pt x="3180" y="1479"/>
                    <a:pt x="3180" y="1479"/>
                  </a:cubicBezTo>
                  <a:cubicBezTo>
                    <a:pt x="3180" y="1420"/>
                    <a:pt x="3180" y="1420"/>
                    <a:pt x="3180" y="1420"/>
                  </a:cubicBezTo>
                  <a:cubicBezTo>
                    <a:pt x="3132" y="1420"/>
                    <a:pt x="3132" y="1420"/>
                    <a:pt x="3132" y="1420"/>
                  </a:cubicBezTo>
                  <a:cubicBezTo>
                    <a:pt x="3132" y="1479"/>
                    <a:pt x="3132" y="1479"/>
                    <a:pt x="3132" y="1479"/>
                  </a:cubicBezTo>
                  <a:cubicBezTo>
                    <a:pt x="2997" y="1479"/>
                    <a:pt x="2997" y="1479"/>
                    <a:pt x="2997" y="1479"/>
                  </a:cubicBezTo>
                  <a:cubicBezTo>
                    <a:pt x="2997" y="1395"/>
                    <a:pt x="2997" y="1395"/>
                    <a:pt x="2997" y="1395"/>
                  </a:cubicBezTo>
                  <a:cubicBezTo>
                    <a:pt x="2850" y="1372"/>
                    <a:pt x="2850" y="1372"/>
                    <a:pt x="2850" y="1372"/>
                  </a:cubicBezTo>
                  <a:cubicBezTo>
                    <a:pt x="2850" y="1279"/>
                    <a:pt x="2850" y="1279"/>
                    <a:pt x="2850" y="1279"/>
                  </a:cubicBezTo>
                  <a:cubicBezTo>
                    <a:pt x="2844" y="1271"/>
                    <a:pt x="2844" y="1271"/>
                    <a:pt x="2844" y="1271"/>
                  </a:cubicBezTo>
                  <a:cubicBezTo>
                    <a:pt x="2844" y="1227"/>
                    <a:pt x="2844" y="1227"/>
                    <a:pt x="2844" y="1227"/>
                  </a:cubicBezTo>
                  <a:cubicBezTo>
                    <a:pt x="2838" y="1223"/>
                    <a:pt x="2838" y="1223"/>
                    <a:pt x="2838" y="1223"/>
                  </a:cubicBezTo>
                  <a:cubicBezTo>
                    <a:pt x="2838" y="1194"/>
                    <a:pt x="2838" y="1194"/>
                    <a:pt x="2838" y="1194"/>
                  </a:cubicBezTo>
                  <a:cubicBezTo>
                    <a:pt x="2818" y="1177"/>
                    <a:pt x="2818" y="1177"/>
                    <a:pt x="2818" y="1177"/>
                  </a:cubicBezTo>
                  <a:cubicBezTo>
                    <a:pt x="2803" y="1177"/>
                    <a:pt x="2803" y="1177"/>
                    <a:pt x="2803" y="1177"/>
                  </a:cubicBezTo>
                  <a:cubicBezTo>
                    <a:pt x="2797" y="1119"/>
                    <a:pt x="2797" y="1119"/>
                    <a:pt x="2797" y="1119"/>
                  </a:cubicBezTo>
                  <a:cubicBezTo>
                    <a:pt x="2791" y="1177"/>
                    <a:pt x="2791" y="1177"/>
                    <a:pt x="2791" y="1177"/>
                  </a:cubicBezTo>
                  <a:cubicBezTo>
                    <a:pt x="2776" y="1177"/>
                    <a:pt x="2776" y="1177"/>
                    <a:pt x="2776" y="1177"/>
                  </a:cubicBezTo>
                  <a:cubicBezTo>
                    <a:pt x="2756" y="1194"/>
                    <a:pt x="2756" y="1194"/>
                    <a:pt x="2756" y="1194"/>
                  </a:cubicBezTo>
                  <a:cubicBezTo>
                    <a:pt x="2756" y="1223"/>
                    <a:pt x="2756" y="1223"/>
                    <a:pt x="2756" y="1223"/>
                  </a:cubicBezTo>
                  <a:cubicBezTo>
                    <a:pt x="2750" y="1227"/>
                    <a:pt x="2750" y="1227"/>
                    <a:pt x="2750" y="1227"/>
                  </a:cubicBezTo>
                  <a:cubicBezTo>
                    <a:pt x="2750" y="1271"/>
                    <a:pt x="2750" y="1271"/>
                    <a:pt x="2750" y="1271"/>
                  </a:cubicBezTo>
                  <a:cubicBezTo>
                    <a:pt x="2744" y="1279"/>
                    <a:pt x="2744" y="1279"/>
                    <a:pt x="2744" y="1279"/>
                  </a:cubicBezTo>
                  <a:cubicBezTo>
                    <a:pt x="2744" y="1341"/>
                    <a:pt x="2744" y="1341"/>
                    <a:pt x="2744" y="1341"/>
                  </a:cubicBezTo>
                  <a:cubicBezTo>
                    <a:pt x="2744" y="1341"/>
                    <a:pt x="2733" y="1330"/>
                    <a:pt x="2701" y="1330"/>
                  </a:cubicBezTo>
                  <a:cubicBezTo>
                    <a:pt x="2658" y="1330"/>
                    <a:pt x="2628" y="1372"/>
                    <a:pt x="2628" y="1372"/>
                  </a:cubicBezTo>
                  <a:cubicBezTo>
                    <a:pt x="2572" y="1372"/>
                    <a:pt x="2572" y="1372"/>
                    <a:pt x="2572" y="1372"/>
                  </a:cubicBezTo>
                  <a:cubicBezTo>
                    <a:pt x="2572" y="1389"/>
                    <a:pt x="2572" y="1389"/>
                    <a:pt x="2572" y="1389"/>
                  </a:cubicBezTo>
                  <a:cubicBezTo>
                    <a:pt x="2553" y="1389"/>
                    <a:pt x="2553" y="1389"/>
                    <a:pt x="2553" y="1389"/>
                  </a:cubicBezTo>
                  <a:cubicBezTo>
                    <a:pt x="2553" y="1382"/>
                    <a:pt x="2553" y="1382"/>
                    <a:pt x="2553" y="1382"/>
                  </a:cubicBezTo>
                  <a:cubicBezTo>
                    <a:pt x="2510" y="1382"/>
                    <a:pt x="2510" y="1382"/>
                    <a:pt x="2510" y="1382"/>
                  </a:cubicBezTo>
                  <a:cubicBezTo>
                    <a:pt x="2502" y="1393"/>
                    <a:pt x="2502" y="1393"/>
                    <a:pt x="2502" y="1393"/>
                  </a:cubicBezTo>
                  <a:cubicBezTo>
                    <a:pt x="2478" y="1393"/>
                    <a:pt x="2478" y="1393"/>
                    <a:pt x="2478" y="1393"/>
                  </a:cubicBezTo>
                  <a:cubicBezTo>
                    <a:pt x="2478" y="1402"/>
                    <a:pt x="2478" y="1402"/>
                    <a:pt x="2478" y="1402"/>
                  </a:cubicBezTo>
                  <a:cubicBezTo>
                    <a:pt x="2470" y="1402"/>
                    <a:pt x="2470" y="1402"/>
                    <a:pt x="2470" y="1402"/>
                  </a:cubicBezTo>
                  <a:cubicBezTo>
                    <a:pt x="2470" y="1378"/>
                    <a:pt x="2470" y="1378"/>
                    <a:pt x="2470" y="1378"/>
                  </a:cubicBezTo>
                  <a:cubicBezTo>
                    <a:pt x="2443" y="1378"/>
                    <a:pt x="2443" y="1378"/>
                    <a:pt x="2443" y="1378"/>
                  </a:cubicBezTo>
                  <a:cubicBezTo>
                    <a:pt x="2432" y="1388"/>
                    <a:pt x="2432" y="1388"/>
                    <a:pt x="2432" y="1388"/>
                  </a:cubicBezTo>
                  <a:cubicBezTo>
                    <a:pt x="2417" y="1388"/>
                    <a:pt x="2417" y="1388"/>
                    <a:pt x="2417" y="1388"/>
                  </a:cubicBezTo>
                  <a:cubicBezTo>
                    <a:pt x="2408" y="1375"/>
                    <a:pt x="2408" y="1375"/>
                    <a:pt x="2408" y="1375"/>
                  </a:cubicBezTo>
                  <a:cubicBezTo>
                    <a:pt x="2393" y="1375"/>
                    <a:pt x="2393" y="1375"/>
                    <a:pt x="2393" y="1375"/>
                  </a:cubicBezTo>
                  <a:cubicBezTo>
                    <a:pt x="2381" y="1388"/>
                    <a:pt x="2381" y="1388"/>
                    <a:pt x="2381" y="1388"/>
                  </a:cubicBezTo>
                  <a:cubicBezTo>
                    <a:pt x="2365" y="1388"/>
                    <a:pt x="2365" y="1388"/>
                    <a:pt x="2365" y="1388"/>
                  </a:cubicBezTo>
                  <a:cubicBezTo>
                    <a:pt x="2365" y="1465"/>
                    <a:pt x="2365" y="1465"/>
                    <a:pt x="2365" y="1465"/>
                  </a:cubicBezTo>
                  <a:cubicBezTo>
                    <a:pt x="2310" y="1465"/>
                    <a:pt x="2310" y="1465"/>
                    <a:pt x="2310" y="1465"/>
                  </a:cubicBezTo>
                  <a:cubicBezTo>
                    <a:pt x="2310" y="1440"/>
                    <a:pt x="2310" y="1440"/>
                    <a:pt x="2310" y="1440"/>
                  </a:cubicBezTo>
                  <a:cubicBezTo>
                    <a:pt x="2284" y="1420"/>
                    <a:pt x="2284" y="1420"/>
                    <a:pt x="2284" y="1420"/>
                  </a:cubicBezTo>
                  <a:cubicBezTo>
                    <a:pt x="2279" y="1380"/>
                    <a:pt x="2279" y="1380"/>
                    <a:pt x="2279" y="1380"/>
                  </a:cubicBezTo>
                  <a:cubicBezTo>
                    <a:pt x="2273" y="1419"/>
                    <a:pt x="2273" y="1419"/>
                    <a:pt x="2273" y="1419"/>
                  </a:cubicBezTo>
                  <a:cubicBezTo>
                    <a:pt x="2243" y="1441"/>
                    <a:pt x="2243" y="1441"/>
                    <a:pt x="2243" y="1441"/>
                  </a:cubicBezTo>
                  <a:cubicBezTo>
                    <a:pt x="2243" y="1457"/>
                    <a:pt x="2243" y="1457"/>
                    <a:pt x="2243" y="1457"/>
                  </a:cubicBezTo>
                  <a:cubicBezTo>
                    <a:pt x="2199" y="1457"/>
                    <a:pt x="2199" y="1457"/>
                    <a:pt x="2199" y="1457"/>
                  </a:cubicBezTo>
                  <a:cubicBezTo>
                    <a:pt x="2199" y="1401"/>
                    <a:pt x="2199" y="1401"/>
                    <a:pt x="2199" y="1401"/>
                  </a:cubicBezTo>
                  <a:cubicBezTo>
                    <a:pt x="2177" y="1401"/>
                    <a:pt x="2177" y="1401"/>
                    <a:pt x="2177" y="1401"/>
                  </a:cubicBezTo>
                  <a:cubicBezTo>
                    <a:pt x="2177" y="1391"/>
                    <a:pt x="2177" y="1391"/>
                    <a:pt x="2177" y="1391"/>
                  </a:cubicBezTo>
                  <a:cubicBezTo>
                    <a:pt x="2152" y="1391"/>
                    <a:pt x="2152" y="1391"/>
                    <a:pt x="2152" y="1391"/>
                  </a:cubicBezTo>
                  <a:cubicBezTo>
                    <a:pt x="2152" y="1409"/>
                    <a:pt x="2152" y="1409"/>
                    <a:pt x="2152" y="1409"/>
                  </a:cubicBezTo>
                  <a:cubicBezTo>
                    <a:pt x="2139" y="1409"/>
                    <a:pt x="2139" y="1409"/>
                    <a:pt x="2139" y="1409"/>
                  </a:cubicBezTo>
                  <a:cubicBezTo>
                    <a:pt x="2139" y="1371"/>
                    <a:pt x="2139" y="1371"/>
                    <a:pt x="2139" y="1371"/>
                  </a:cubicBezTo>
                  <a:cubicBezTo>
                    <a:pt x="2093" y="1371"/>
                    <a:pt x="2093" y="1371"/>
                    <a:pt x="2093" y="1371"/>
                  </a:cubicBezTo>
                  <a:cubicBezTo>
                    <a:pt x="2093" y="1436"/>
                    <a:pt x="2093" y="1436"/>
                    <a:pt x="2093" y="1436"/>
                  </a:cubicBezTo>
                  <a:cubicBezTo>
                    <a:pt x="2077" y="1436"/>
                    <a:pt x="2077" y="1436"/>
                    <a:pt x="2077" y="1436"/>
                  </a:cubicBezTo>
                  <a:cubicBezTo>
                    <a:pt x="2077" y="1453"/>
                    <a:pt x="2077" y="1453"/>
                    <a:pt x="2077" y="1453"/>
                  </a:cubicBezTo>
                  <a:cubicBezTo>
                    <a:pt x="2068" y="1453"/>
                    <a:pt x="2068" y="1453"/>
                    <a:pt x="2068" y="1453"/>
                  </a:cubicBezTo>
                  <a:cubicBezTo>
                    <a:pt x="2068" y="1463"/>
                    <a:pt x="2068" y="1463"/>
                    <a:pt x="2068" y="1463"/>
                  </a:cubicBezTo>
                  <a:cubicBezTo>
                    <a:pt x="2055" y="1463"/>
                    <a:pt x="2055" y="1463"/>
                    <a:pt x="2055" y="1463"/>
                  </a:cubicBezTo>
                  <a:cubicBezTo>
                    <a:pt x="2055" y="1453"/>
                    <a:pt x="2055" y="1453"/>
                    <a:pt x="2055" y="1453"/>
                  </a:cubicBezTo>
                  <a:cubicBezTo>
                    <a:pt x="2033" y="1453"/>
                    <a:pt x="2033" y="1453"/>
                    <a:pt x="2033" y="1453"/>
                  </a:cubicBezTo>
                  <a:cubicBezTo>
                    <a:pt x="2033" y="1461"/>
                    <a:pt x="2033" y="1461"/>
                    <a:pt x="2033" y="1461"/>
                  </a:cubicBezTo>
                  <a:cubicBezTo>
                    <a:pt x="2004" y="1461"/>
                    <a:pt x="2004" y="1461"/>
                    <a:pt x="2004" y="1461"/>
                  </a:cubicBezTo>
                  <a:cubicBezTo>
                    <a:pt x="2004" y="1471"/>
                    <a:pt x="2004" y="1471"/>
                    <a:pt x="2004" y="1471"/>
                  </a:cubicBezTo>
                  <a:cubicBezTo>
                    <a:pt x="1996" y="1471"/>
                    <a:pt x="1996" y="1471"/>
                    <a:pt x="1996" y="1471"/>
                  </a:cubicBezTo>
                  <a:cubicBezTo>
                    <a:pt x="1996" y="1463"/>
                    <a:pt x="1996" y="1463"/>
                    <a:pt x="1996" y="1463"/>
                  </a:cubicBezTo>
                  <a:cubicBezTo>
                    <a:pt x="1983" y="1463"/>
                    <a:pt x="1983" y="1463"/>
                    <a:pt x="1983" y="1463"/>
                  </a:cubicBezTo>
                  <a:cubicBezTo>
                    <a:pt x="1983" y="1479"/>
                    <a:pt x="1983" y="1479"/>
                    <a:pt x="1983" y="1479"/>
                  </a:cubicBezTo>
                  <a:cubicBezTo>
                    <a:pt x="1975" y="1479"/>
                    <a:pt x="1975" y="1479"/>
                    <a:pt x="1975" y="1479"/>
                  </a:cubicBezTo>
                  <a:cubicBezTo>
                    <a:pt x="1975" y="1343"/>
                    <a:pt x="1975" y="1343"/>
                    <a:pt x="1975" y="1343"/>
                  </a:cubicBezTo>
                  <a:cubicBezTo>
                    <a:pt x="1952" y="1343"/>
                    <a:pt x="1952" y="1343"/>
                    <a:pt x="1952" y="1343"/>
                  </a:cubicBezTo>
                  <a:cubicBezTo>
                    <a:pt x="1952" y="1352"/>
                    <a:pt x="1952" y="1352"/>
                    <a:pt x="1952" y="1352"/>
                  </a:cubicBezTo>
                  <a:cubicBezTo>
                    <a:pt x="1943" y="1352"/>
                    <a:pt x="1943" y="1352"/>
                    <a:pt x="1943" y="1352"/>
                  </a:cubicBezTo>
                  <a:cubicBezTo>
                    <a:pt x="1935" y="1335"/>
                    <a:pt x="1935" y="1335"/>
                    <a:pt x="1935" y="1335"/>
                  </a:cubicBezTo>
                  <a:cubicBezTo>
                    <a:pt x="1921" y="1335"/>
                    <a:pt x="1921" y="1335"/>
                    <a:pt x="1921" y="1335"/>
                  </a:cubicBezTo>
                  <a:cubicBezTo>
                    <a:pt x="1912" y="1352"/>
                    <a:pt x="1912" y="1352"/>
                    <a:pt x="1912" y="1352"/>
                  </a:cubicBezTo>
                  <a:cubicBezTo>
                    <a:pt x="1877" y="1352"/>
                    <a:pt x="1877" y="1352"/>
                    <a:pt x="1877" y="1352"/>
                  </a:cubicBezTo>
                  <a:cubicBezTo>
                    <a:pt x="1877" y="1456"/>
                    <a:pt x="1877" y="1456"/>
                    <a:pt x="1877" y="1456"/>
                  </a:cubicBezTo>
                  <a:cubicBezTo>
                    <a:pt x="1805" y="1456"/>
                    <a:pt x="1805" y="1456"/>
                    <a:pt x="1805" y="1456"/>
                  </a:cubicBezTo>
                  <a:cubicBezTo>
                    <a:pt x="1791" y="1441"/>
                    <a:pt x="1791" y="1441"/>
                    <a:pt x="1791" y="1441"/>
                  </a:cubicBezTo>
                  <a:cubicBezTo>
                    <a:pt x="1781" y="1452"/>
                    <a:pt x="1781" y="1452"/>
                    <a:pt x="1781" y="1452"/>
                  </a:cubicBezTo>
                  <a:cubicBezTo>
                    <a:pt x="1771" y="1452"/>
                    <a:pt x="1771" y="1452"/>
                    <a:pt x="1771" y="1452"/>
                  </a:cubicBezTo>
                  <a:cubicBezTo>
                    <a:pt x="1756" y="1437"/>
                    <a:pt x="1756" y="1437"/>
                    <a:pt x="1756" y="1437"/>
                  </a:cubicBezTo>
                  <a:cubicBezTo>
                    <a:pt x="1744" y="1437"/>
                    <a:pt x="1744" y="1437"/>
                    <a:pt x="1744" y="1437"/>
                  </a:cubicBezTo>
                  <a:cubicBezTo>
                    <a:pt x="1731" y="1448"/>
                    <a:pt x="1731" y="1448"/>
                    <a:pt x="1731" y="1448"/>
                  </a:cubicBezTo>
                  <a:cubicBezTo>
                    <a:pt x="1699" y="1448"/>
                    <a:pt x="1699" y="1448"/>
                    <a:pt x="1699" y="1448"/>
                  </a:cubicBezTo>
                  <a:cubicBezTo>
                    <a:pt x="1699" y="1437"/>
                    <a:pt x="1699" y="1437"/>
                    <a:pt x="1699" y="1437"/>
                  </a:cubicBezTo>
                  <a:cubicBezTo>
                    <a:pt x="1673" y="1437"/>
                    <a:pt x="1673" y="1437"/>
                    <a:pt x="1673" y="1437"/>
                  </a:cubicBezTo>
                  <a:cubicBezTo>
                    <a:pt x="1673" y="1469"/>
                    <a:pt x="1673" y="1469"/>
                    <a:pt x="1673" y="1469"/>
                  </a:cubicBezTo>
                  <a:cubicBezTo>
                    <a:pt x="1656" y="1469"/>
                    <a:pt x="1656" y="1469"/>
                    <a:pt x="1656" y="1469"/>
                  </a:cubicBezTo>
                  <a:cubicBezTo>
                    <a:pt x="1656" y="1459"/>
                    <a:pt x="1656" y="1459"/>
                    <a:pt x="1656" y="1459"/>
                  </a:cubicBezTo>
                  <a:cubicBezTo>
                    <a:pt x="1619" y="1459"/>
                    <a:pt x="1619" y="1459"/>
                    <a:pt x="1619" y="1459"/>
                  </a:cubicBezTo>
                  <a:cubicBezTo>
                    <a:pt x="1619" y="1448"/>
                    <a:pt x="1619" y="1448"/>
                    <a:pt x="1619" y="1448"/>
                  </a:cubicBezTo>
                  <a:cubicBezTo>
                    <a:pt x="1587" y="1448"/>
                    <a:pt x="1587" y="1448"/>
                    <a:pt x="1587" y="1448"/>
                  </a:cubicBezTo>
                  <a:cubicBezTo>
                    <a:pt x="1587" y="1459"/>
                    <a:pt x="1587" y="1459"/>
                    <a:pt x="1587" y="1459"/>
                  </a:cubicBezTo>
                  <a:cubicBezTo>
                    <a:pt x="1563" y="1459"/>
                    <a:pt x="1563" y="1459"/>
                    <a:pt x="1563" y="1459"/>
                  </a:cubicBezTo>
                  <a:cubicBezTo>
                    <a:pt x="1563" y="1407"/>
                    <a:pt x="1563" y="1407"/>
                    <a:pt x="1563" y="1407"/>
                  </a:cubicBezTo>
                  <a:cubicBezTo>
                    <a:pt x="1531" y="1393"/>
                    <a:pt x="1531" y="1393"/>
                    <a:pt x="1531" y="1393"/>
                  </a:cubicBezTo>
                  <a:cubicBezTo>
                    <a:pt x="1531" y="1408"/>
                    <a:pt x="1531" y="1408"/>
                    <a:pt x="1531" y="1408"/>
                  </a:cubicBezTo>
                  <a:cubicBezTo>
                    <a:pt x="1524" y="1408"/>
                    <a:pt x="1524" y="1408"/>
                    <a:pt x="1524" y="1408"/>
                  </a:cubicBezTo>
                  <a:cubicBezTo>
                    <a:pt x="1524" y="1331"/>
                    <a:pt x="1524" y="1331"/>
                    <a:pt x="1524" y="1331"/>
                  </a:cubicBezTo>
                  <a:cubicBezTo>
                    <a:pt x="1507" y="1331"/>
                    <a:pt x="1507" y="1331"/>
                    <a:pt x="1507" y="1331"/>
                  </a:cubicBezTo>
                  <a:cubicBezTo>
                    <a:pt x="1507" y="1307"/>
                    <a:pt x="1507" y="1307"/>
                    <a:pt x="1507" y="1307"/>
                  </a:cubicBezTo>
                  <a:cubicBezTo>
                    <a:pt x="1479" y="1307"/>
                    <a:pt x="1479" y="1307"/>
                    <a:pt x="1479" y="1307"/>
                  </a:cubicBezTo>
                  <a:cubicBezTo>
                    <a:pt x="1479" y="1281"/>
                    <a:pt x="1479" y="1281"/>
                    <a:pt x="1479" y="1281"/>
                  </a:cubicBezTo>
                  <a:cubicBezTo>
                    <a:pt x="1465" y="1281"/>
                    <a:pt x="1465" y="1281"/>
                    <a:pt x="1465" y="1281"/>
                  </a:cubicBezTo>
                  <a:cubicBezTo>
                    <a:pt x="1465" y="1307"/>
                    <a:pt x="1465" y="1307"/>
                    <a:pt x="1465" y="1307"/>
                  </a:cubicBezTo>
                  <a:cubicBezTo>
                    <a:pt x="1443" y="1307"/>
                    <a:pt x="1443" y="1307"/>
                    <a:pt x="1443" y="1307"/>
                  </a:cubicBezTo>
                  <a:cubicBezTo>
                    <a:pt x="1443" y="1265"/>
                    <a:pt x="1443" y="1265"/>
                    <a:pt x="1443" y="1265"/>
                  </a:cubicBezTo>
                  <a:cubicBezTo>
                    <a:pt x="1443" y="1265"/>
                    <a:pt x="1412" y="1232"/>
                    <a:pt x="1389" y="1232"/>
                  </a:cubicBezTo>
                  <a:cubicBezTo>
                    <a:pt x="1367" y="1232"/>
                    <a:pt x="1337" y="1269"/>
                    <a:pt x="1337" y="1269"/>
                  </a:cubicBezTo>
                  <a:cubicBezTo>
                    <a:pt x="1337" y="1359"/>
                    <a:pt x="1337" y="1359"/>
                    <a:pt x="1337" y="1359"/>
                  </a:cubicBezTo>
                  <a:cubicBezTo>
                    <a:pt x="1315" y="1359"/>
                    <a:pt x="1315" y="1359"/>
                    <a:pt x="1315" y="1359"/>
                  </a:cubicBezTo>
                  <a:cubicBezTo>
                    <a:pt x="1315" y="1417"/>
                    <a:pt x="1315" y="1417"/>
                    <a:pt x="1315" y="1417"/>
                  </a:cubicBezTo>
                  <a:cubicBezTo>
                    <a:pt x="1275" y="1432"/>
                    <a:pt x="1275" y="1432"/>
                    <a:pt x="1275" y="1432"/>
                  </a:cubicBezTo>
                  <a:cubicBezTo>
                    <a:pt x="1275" y="1445"/>
                    <a:pt x="1275" y="1445"/>
                    <a:pt x="1275" y="1445"/>
                  </a:cubicBezTo>
                  <a:cubicBezTo>
                    <a:pt x="1267" y="1445"/>
                    <a:pt x="1267" y="1445"/>
                    <a:pt x="1267" y="1445"/>
                  </a:cubicBezTo>
                  <a:cubicBezTo>
                    <a:pt x="1267" y="1421"/>
                    <a:pt x="1267" y="1421"/>
                    <a:pt x="1267" y="1421"/>
                  </a:cubicBezTo>
                  <a:cubicBezTo>
                    <a:pt x="1253" y="1421"/>
                    <a:pt x="1253" y="1421"/>
                    <a:pt x="1253" y="1421"/>
                  </a:cubicBezTo>
                  <a:cubicBezTo>
                    <a:pt x="1235" y="1395"/>
                    <a:pt x="1235" y="1395"/>
                    <a:pt x="1235" y="1395"/>
                  </a:cubicBezTo>
                  <a:cubicBezTo>
                    <a:pt x="1213" y="1416"/>
                    <a:pt x="1213" y="1416"/>
                    <a:pt x="1213" y="1416"/>
                  </a:cubicBezTo>
                  <a:cubicBezTo>
                    <a:pt x="1213" y="1399"/>
                    <a:pt x="1213" y="1399"/>
                    <a:pt x="1213" y="1399"/>
                  </a:cubicBezTo>
                  <a:cubicBezTo>
                    <a:pt x="1200" y="1399"/>
                    <a:pt x="1200" y="1399"/>
                    <a:pt x="1200" y="1399"/>
                  </a:cubicBezTo>
                  <a:cubicBezTo>
                    <a:pt x="1200" y="1409"/>
                    <a:pt x="1200" y="1409"/>
                    <a:pt x="1200" y="1409"/>
                  </a:cubicBezTo>
                  <a:cubicBezTo>
                    <a:pt x="1189" y="1409"/>
                    <a:pt x="1189" y="1409"/>
                    <a:pt x="1189" y="1409"/>
                  </a:cubicBezTo>
                  <a:cubicBezTo>
                    <a:pt x="1189" y="1392"/>
                    <a:pt x="1189" y="1392"/>
                    <a:pt x="1189" y="1392"/>
                  </a:cubicBezTo>
                  <a:cubicBezTo>
                    <a:pt x="1164" y="1392"/>
                    <a:pt x="1164" y="1392"/>
                    <a:pt x="1164" y="1392"/>
                  </a:cubicBezTo>
                  <a:cubicBezTo>
                    <a:pt x="1164" y="1401"/>
                    <a:pt x="1164" y="1401"/>
                    <a:pt x="1164" y="1401"/>
                  </a:cubicBezTo>
                  <a:cubicBezTo>
                    <a:pt x="1155" y="1401"/>
                    <a:pt x="1155" y="1401"/>
                    <a:pt x="1155" y="1401"/>
                  </a:cubicBezTo>
                  <a:cubicBezTo>
                    <a:pt x="1155" y="1417"/>
                    <a:pt x="1155" y="1417"/>
                    <a:pt x="1155" y="1417"/>
                  </a:cubicBezTo>
                  <a:cubicBezTo>
                    <a:pt x="1133" y="1417"/>
                    <a:pt x="1133" y="1417"/>
                    <a:pt x="1133" y="1417"/>
                  </a:cubicBezTo>
                  <a:cubicBezTo>
                    <a:pt x="1133" y="1397"/>
                    <a:pt x="1133" y="1397"/>
                    <a:pt x="1133" y="1397"/>
                  </a:cubicBezTo>
                  <a:cubicBezTo>
                    <a:pt x="1123" y="1397"/>
                    <a:pt x="1123" y="1397"/>
                    <a:pt x="1123" y="1397"/>
                  </a:cubicBezTo>
                  <a:cubicBezTo>
                    <a:pt x="1112" y="1385"/>
                    <a:pt x="1112" y="1385"/>
                    <a:pt x="1112" y="1385"/>
                  </a:cubicBezTo>
                  <a:cubicBezTo>
                    <a:pt x="1104" y="1391"/>
                    <a:pt x="1104" y="1391"/>
                    <a:pt x="1104" y="1391"/>
                  </a:cubicBezTo>
                  <a:cubicBezTo>
                    <a:pt x="1095" y="1391"/>
                    <a:pt x="1095" y="1391"/>
                    <a:pt x="1095" y="1391"/>
                  </a:cubicBezTo>
                  <a:cubicBezTo>
                    <a:pt x="1076" y="1368"/>
                    <a:pt x="1076" y="1368"/>
                    <a:pt x="1076" y="1368"/>
                  </a:cubicBezTo>
                  <a:cubicBezTo>
                    <a:pt x="1063" y="1389"/>
                    <a:pt x="1063" y="1389"/>
                    <a:pt x="1063" y="1389"/>
                  </a:cubicBezTo>
                  <a:cubicBezTo>
                    <a:pt x="1051" y="1389"/>
                    <a:pt x="1051" y="1389"/>
                    <a:pt x="1051" y="1389"/>
                  </a:cubicBezTo>
                  <a:cubicBezTo>
                    <a:pt x="1051" y="1371"/>
                    <a:pt x="1051" y="1371"/>
                    <a:pt x="1051" y="1371"/>
                  </a:cubicBezTo>
                  <a:cubicBezTo>
                    <a:pt x="1031" y="1371"/>
                    <a:pt x="1031" y="1371"/>
                    <a:pt x="1031" y="1371"/>
                  </a:cubicBezTo>
                  <a:cubicBezTo>
                    <a:pt x="1031" y="1391"/>
                    <a:pt x="1031" y="1391"/>
                    <a:pt x="1031" y="1391"/>
                  </a:cubicBezTo>
                  <a:cubicBezTo>
                    <a:pt x="1020" y="1403"/>
                    <a:pt x="1020" y="1403"/>
                    <a:pt x="1020" y="1403"/>
                  </a:cubicBezTo>
                  <a:cubicBezTo>
                    <a:pt x="1012" y="1403"/>
                    <a:pt x="1012" y="1403"/>
                    <a:pt x="1012" y="1403"/>
                  </a:cubicBezTo>
                  <a:cubicBezTo>
                    <a:pt x="1012" y="1376"/>
                    <a:pt x="1012" y="1376"/>
                    <a:pt x="1012" y="1376"/>
                  </a:cubicBezTo>
                  <a:cubicBezTo>
                    <a:pt x="999" y="1376"/>
                    <a:pt x="999" y="1376"/>
                    <a:pt x="999" y="1376"/>
                  </a:cubicBezTo>
                  <a:cubicBezTo>
                    <a:pt x="988" y="1359"/>
                    <a:pt x="988" y="1359"/>
                    <a:pt x="988" y="1359"/>
                  </a:cubicBezTo>
                  <a:cubicBezTo>
                    <a:pt x="969" y="1381"/>
                    <a:pt x="969" y="1381"/>
                    <a:pt x="969" y="1381"/>
                  </a:cubicBezTo>
                  <a:cubicBezTo>
                    <a:pt x="969" y="1224"/>
                    <a:pt x="969" y="1224"/>
                    <a:pt x="969" y="1224"/>
                  </a:cubicBezTo>
                  <a:cubicBezTo>
                    <a:pt x="943" y="1224"/>
                    <a:pt x="943" y="1224"/>
                    <a:pt x="943" y="1224"/>
                  </a:cubicBezTo>
                  <a:cubicBezTo>
                    <a:pt x="943" y="1212"/>
                    <a:pt x="943" y="1212"/>
                    <a:pt x="943" y="1212"/>
                  </a:cubicBezTo>
                  <a:cubicBezTo>
                    <a:pt x="969" y="1212"/>
                    <a:pt x="969" y="1212"/>
                    <a:pt x="969" y="1212"/>
                  </a:cubicBezTo>
                  <a:cubicBezTo>
                    <a:pt x="969" y="1204"/>
                    <a:pt x="969" y="1204"/>
                    <a:pt x="969" y="1204"/>
                  </a:cubicBezTo>
                  <a:cubicBezTo>
                    <a:pt x="847" y="1204"/>
                    <a:pt x="847" y="1204"/>
                    <a:pt x="847" y="1204"/>
                  </a:cubicBezTo>
                  <a:cubicBezTo>
                    <a:pt x="847" y="1211"/>
                    <a:pt x="847" y="1211"/>
                    <a:pt x="847" y="1211"/>
                  </a:cubicBezTo>
                  <a:cubicBezTo>
                    <a:pt x="857" y="1211"/>
                    <a:pt x="857" y="1211"/>
                    <a:pt x="857" y="1211"/>
                  </a:cubicBezTo>
                  <a:cubicBezTo>
                    <a:pt x="857" y="1224"/>
                    <a:pt x="857" y="1224"/>
                    <a:pt x="857" y="1224"/>
                  </a:cubicBezTo>
                  <a:cubicBezTo>
                    <a:pt x="843" y="1224"/>
                    <a:pt x="843" y="1224"/>
                    <a:pt x="843" y="1224"/>
                  </a:cubicBezTo>
                  <a:cubicBezTo>
                    <a:pt x="843" y="1375"/>
                    <a:pt x="843" y="1375"/>
                    <a:pt x="843" y="1375"/>
                  </a:cubicBezTo>
                  <a:cubicBezTo>
                    <a:pt x="828" y="1375"/>
                    <a:pt x="828" y="1375"/>
                    <a:pt x="828" y="1375"/>
                  </a:cubicBezTo>
                  <a:cubicBezTo>
                    <a:pt x="828" y="1387"/>
                    <a:pt x="828" y="1387"/>
                    <a:pt x="828" y="1387"/>
                  </a:cubicBezTo>
                  <a:cubicBezTo>
                    <a:pt x="816" y="1387"/>
                    <a:pt x="816" y="1387"/>
                    <a:pt x="816" y="1387"/>
                  </a:cubicBezTo>
                  <a:cubicBezTo>
                    <a:pt x="816" y="1403"/>
                    <a:pt x="816" y="1403"/>
                    <a:pt x="816" y="1403"/>
                  </a:cubicBezTo>
                  <a:cubicBezTo>
                    <a:pt x="804" y="1403"/>
                    <a:pt x="804" y="1403"/>
                    <a:pt x="804" y="1403"/>
                  </a:cubicBezTo>
                  <a:cubicBezTo>
                    <a:pt x="787" y="1393"/>
                    <a:pt x="787" y="1393"/>
                    <a:pt x="787" y="1393"/>
                  </a:cubicBezTo>
                  <a:cubicBezTo>
                    <a:pt x="787" y="1193"/>
                    <a:pt x="787" y="1193"/>
                    <a:pt x="787" y="1193"/>
                  </a:cubicBezTo>
                  <a:cubicBezTo>
                    <a:pt x="691" y="1193"/>
                    <a:pt x="691" y="1193"/>
                    <a:pt x="691" y="1193"/>
                  </a:cubicBezTo>
                  <a:cubicBezTo>
                    <a:pt x="691" y="1427"/>
                    <a:pt x="691" y="1427"/>
                    <a:pt x="691" y="1427"/>
                  </a:cubicBezTo>
                  <a:cubicBezTo>
                    <a:pt x="664" y="1427"/>
                    <a:pt x="664" y="1427"/>
                    <a:pt x="664" y="1427"/>
                  </a:cubicBezTo>
                  <a:cubicBezTo>
                    <a:pt x="664" y="1445"/>
                    <a:pt x="664" y="1445"/>
                    <a:pt x="664" y="1445"/>
                  </a:cubicBezTo>
                  <a:cubicBezTo>
                    <a:pt x="640" y="1445"/>
                    <a:pt x="640" y="1445"/>
                    <a:pt x="640" y="1445"/>
                  </a:cubicBezTo>
                  <a:cubicBezTo>
                    <a:pt x="640" y="1436"/>
                    <a:pt x="640" y="1436"/>
                    <a:pt x="640" y="1436"/>
                  </a:cubicBezTo>
                  <a:cubicBezTo>
                    <a:pt x="625" y="1436"/>
                    <a:pt x="625" y="1436"/>
                    <a:pt x="625" y="1436"/>
                  </a:cubicBezTo>
                  <a:cubicBezTo>
                    <a:pt x="625" y="1237"/>
                    <a:pt x="625" y="1237"/>
                    <a:pt x="625" y="1237"/>
                  </a:cubicBezTo>
                  <a:cubicBezTo>
                    <a:pt x="601" y="1237"/>
                    <a:pt x="601" y="1237"/>
                    <a:pt x="601" y="1237"/>
                  </a:cubicBezTo>
                  <a:cubicBezTo>
                    <a:pt x="601" y="1228"/>
                    <a:pt x="601" y="1228"/>
                    <a:pt x="601" y="1228"/>
                  </a:cubicBezTo>
                  <a:cubicBezTo>
                    <a:pt x="536" y="1228"/>
                    <a:pt x="536" y="1228"/>
                    <a:pt x="536" y="1228"/>
                  </a:cubicBezTo>
                  <a:cubicBezTo>
                    <a:pt x="536" y="1241"/>
                    <a:pt x="536" y="1241"/>
                    <a:pt x="536" y="1241"/>
                  </a:cubicBezTo>
                  <a:cubicBezTo>
                    <a:pt x="515" y="1241"/>
                    <a:pt x="515" y="1241"/>
                    <a:pt x="515" y="1241"/>
                  </a:cubicBezTo>
                  <a:cubicBezTo>
                    <a:pt x="515" y="1227"/>
                    <a:pt x="515" y="1227"/>
                    <a:pt x="515" y="1227"/>
                  </a:cubicBezTo>
                  <a:cubicBezTo>
                    <a:pt x="501" y="1227"/>
                    <a:pt x="501" y="1227"/>
                    <a:pt x="501" y="1227"/>
                  </a:cubicBezTo>
                  <a:cubicBezTo>
                    <a:pt x="501" y="1227"/>
                    <a:pt x="487" y="1169"/>
                    <a:pt x="456" y="1169"/>
                  </a:cubicBezTo>
                  <a:cubicBezTo>
                    <a:pt x="425" y="1169"/>
                    <a:pt x="401" y="1224"/>
                    <a:pt x="401" y="1224"/>
                  </a:cubicBezTo>
                  <a:cubicBezTo>
                    <a:pt x="392" y="1224"/>
                    <a:pt x="392" y="1224"/>
                    <a:pt x="392" y="1224"/>
                  </a:cubicBezTo>
                  <a:cubicBezTo>
                    <a:pt x="392" y="1243"/>
                    <a:pt x="392" y="1243"/>
                    <a:pt x="392" y="1243"/>
                  </a:cubicBezTo>
                  <a:cubicBezTo>
                    <a:pt x="373" y="1243"/>
                    <a:pt x="373" y="1243"/>
                    <a:pt x="373" y="1243"/>
                  </a:cubicBezTo>
                  <a:cubicBezTo>
                    <a:pt x="373" y="1233"/>
                    <a:pt x="373" y="1233"/>
                    <a:pt x="373" y="1233"/>
                  </a:cubicBezTo>
                  <a:cubicBezTo>
                    <a:pt x="320" y="1233"/>
                    <a:pt x="320" y="1233"/>
                    <a:pt x="320" y="1233"/>
                  </a:cubicBezTo>
                  <a:cubicBezTo>
                    <a:pt x="320" y="1245"/>
                    <a:pt x="320" y="1245"/>
                    <a:pt x="320" y="1245"/>
                  </a:cubicBezTo>
                  <a:cubicBezTo>
                    <a:pt x="303" y="1245"/>
                    <a:pt x="303" y="1245"/>
                    <a:pt x="303" y="1245"/>
                  </a:cubicBezTo>
                  <a:cubicBezTo>
                    <a:pt x="288" y="1257"/>
                    <a:pt x="288" y="1257"/>
                    <a:pt x="288" y="1257"/>
                  </a:cubicBezTo>
                  <a:cubicBezTo>
                    <a:pt x="288" y="1331"/>
                    <a:pt x="288" y="1331"/>
                    <a:pt x="288" y="1331"/>
                  </a:cubicBezTo>
                  <a:cubicBezTo>
                    <a:pt x="268" y="1331"/>
                    <a:pt x="268" y="1331"/>
                    <a:pt x="268" y="1331"/>
                  </a:cubicBezTo>
                  <a:cubicBezTo>
                    <a:pt x="268" y="1373"/>
                    <a:pt x="268" y="1373"/>
                    <a:pt x="268" y="1373"/>
                  </a:cubicBezTo>
                  <a:cubicBezTo>
                    <a:pt x="252" y="1373"/>
                    <a:pt x="252" y="1373"/>
                    <a:pt x="252" y="1373"/>
                  </a:cubicBezTo>
                  <a:cubicBezTo>
                    <a:pt x="252" y="1325"/>
                    <a:pt x="252" y="1325"/>
                    <a:pt x="252" y="1325"/>
                  </a:cubicBezTo>
                  <a:cubicBezTo>
                    <a:pt x="236" y="1325"/>
                    <a:pt x="236" y="1325"/>
                    <a:pt x="236" y="1325"/>
                  </a:cubicBezTo>
                  <a:cubicBezTo>
                    <a:pt x="236" y="1342"/>
                    <a:pt x="236" y="1342"/>
                    <a:pt x="236" y="1342"/>
                  </a:cubicBezTo>
                  <a:cubicBezTo>
                    <a:pt x="218" y="1342"/>
                    <a:pt x="218" y="1342"/>
                    <a:pt x="218" y="1342"/>
                  </a:cubicBezTo>
                  <a:cubicBezTo>
                    <a:pt x="218" y="1331"/>
                    <a:pt x="218" y="1331"/>
                    <a:pt x="218" y="1331"/>
                  </a:cubicBezTo>
                  <a:cubicBezTo>
                    <a:pt x="195" y="1331"/>
                    <a:pt x="195" y="1331"/>
                    <a:pt x="195" y="1331"/>
                  </a:cubicBezTo>
                  <a:cubicBezTo>
                    <a:pt x="195" y="1312"/>
                    <a:pt x="195" y="1312"/>
                    <a:pt x="195" y="1312"/>
                  </a:cubicBezTo>
                  <a:cubicBezTo>
                    <a:pt x="182" y="1299"/>
                    <a:pt x="182" y="1299"/>
                    <a:pt x="182" y="1299"/>
                  </a:cubicBezTo>
                  <a:cubicBezTo>
                    <a:pt x="168" y="1283"/>
                    <a:pt x="168" y="1283"/>
                    <a:pt x="168" y="1283"/>
                  </a:cubicBezTo>
                  <a:cubicBezTo>
                    <a:pt x="134" y="1283"/>
                    <a:pt x="134" y="1283"/>
                    <a:pt x="134" y="1283"/>
                  </a:cubicBezTo>
                  <a:cubicBezTo>
                    <a:pt x="102" y="1307"/>
                    <a:pt x="102" y="1307"/>
                    <a:pt x="102" y="1307"/>
                  </a:cubicBezTo>
                  <a:cubicBezTo>
                    <a:pt x="78" y="1307"/>
                    <a:pt x="78" y="1307"/>
                    <a:pt x="78" y="1307"/>
                  </a:cubicBezTo>
                  <a:cubicBezTo>
                    <a:pt x="78" y="1401"/>
                    <a:pt x="78" y="1401"/>
                    <a:pt x="78" y="1401"/>
                  </a:cubicBezTo>
                  <a:cubicBezTo>
                    <a:pt x="56" y="1357"/>
                    <a:pt x="56" y="1357"/>
                    <a:pt x="56" y="1357"/>
                  </a:cubicBezTo>
                  <a:cubicBezTo>
                    <a:pt x="56" y="1333"/>
                    <a:pt x="56" y="1333"/>
                    <a:pt x="56" y="1333"/>
                  </a:cubicBezTo>
                  <a:cubicBezTo>
                    <a:pt x="0" y="1333"/>
                    <a:pt x="0" y="1333"/>
                    <a:pt x="0" y="1333"/>
                  </a:cubicBezTo>
                  <a:cubicBezTo>
                    <a:pt x="0" y="1542"/>
                    <a:pt x="0" y="1542"/>
                    <a:pt x="0" y="1542"/>
                  </a:cubicBezTo>
                  <a:cubicBezTo>
                    <a:pt x="8000" y="1542"/>
                    <a:pt x="8000" y="1542"/>
                    <a:pt x="8000" y="1542"/>
                  </a:cubicBezTo>
                  <a:cubicBezTo>
                    <a:pt x="8000" y="1472"/>
                    <a:pt x="8000" y="1472"/>
                    <a:pt x="8000" y="1472"/>
                  </a:cubicBezTo>
                  <a:lnTo>
                    <a:pt x="7978" y="1472"/>
                  </a:lnTo>
                  <a:close/>
                  <a:moveTo>
                    <a:pt x="3369" y="1457"/>
                  </a:moveTo>
                  <a:cubicBezTo>
                    <a:pt x="3356" y="1457"/>
                    <a:pt x="3356" y="1457"/>
                    <a:pt x="3356" y="1457"/>
                  </a:cubicBezTo>
                  <a:cubicBezTo>
                    <a:pt x="3356" y="1408"/>
                    <a:pt x="3356" y="1408"/>
                    <a:pt x="3356" y="1408"/>
                  </a:cubicBezTo>
                  <a:cubicBezTo>
                    <a:pt x="3369" y="1408"/>
                    <a:pt x="3369" y="1408"/>
                    <a:pt x="3369" y="1408"/>
                  </a:cubicBezTo>
                  <a:lnTo>
                    <a:pt x="3369" y="1457"/>
                  </a:lnTo>
                  <a:close/>
                  <a:moveTo>
                    <a:pt x="3369" y="1389"/>
                  </a:moveTo>
                  <a:cubicBezTo>
                    <a:pt x="3356" y="1389"/>
                    <a:pt x="3356" y="1389"/>
                    <a:pt x="3356" y="1389"/>
                  </a:cubicBezTo>
                  <a:cubicBezTo>
                    <a:pt x="3356" y="1335"/>
                    <a:pt x="3356" y="1335"/>
                    <a:pt x="3356" y="1335"/>
                  </a:cubicBezTo>
                  <a:cubicBezTo>
                    <a:pt x="3369" y="1335"/>
                    <a:pt x="3369" y="1335"/>
                    <a:pt x="3369" y="1335"/>
                  </a:cubicBezTo>
                  <a:lnTo>
                    <a:pt x="3369" y="1389"/>
                  </a:lnTo>
                  <a:close/>
                  <a:moveTo>
                    <a:pt x="3356" y="1141"/>
                  </a:moveTo>
                  <a:cubicBezTo>
                    <a:pt x="3356" y="1098"/>
                    <a:pt x="3356" y="1098"/>
                    <a:pt x="3356" y="1098"/>
                  </a:cubicBezTo>
                  <a:cubicBezTo>
                    <a:pt x="3356" y="1098"/>
                    <a:pt x="3373" y="1103"/>
                    <a:pt x="3373" y="1119"/>
                  </a:cubicBezTo>
                  <a:cubicBezTo>
                    <a:pt x="3373" y="1136"/>
                    <a:pt x="3356" y="1141"/>
                    <a:pt x="3356" y="1141"/>
                  </a:cubicBezTo>
                  <a:close/>
                  <a:moveTo>
                    <a:pt x="3356" y="1060"/>
                  </a:moveTo>
                  <a:cubicBezTo>
                    <a:pt x="3356" y="1024"/>
                    <a:pt x="3356" y="1024"/>
                    <a:pt x="3356" y="1024"/>
                  </a:cubicBezTo>
                  <a:cubicBezTo>
                    <a:pt x="3356" y="1024"/>
                    <a:pt x="3373" y="1029"/>
                    <a:pt x="3373" y="1042"/>
                  </a:cubicBezTo>
                  <a:cubicBezTo>
                    <a:pt x="3373" y="1055"/>
                    <a:pt x="3356" y="1060"/>
                    <a:pt x="3356" y="1060"/>
                  </a:cubicBezTo>
                  <a:close/>
                  <a:moveTo>
                    <a:pt x="3356" y="988"/>
                  </a:moveTo>
                  <a:cubicBezTo>
                    <a:pt x="3356" y="950"/>
                    <a:pt x="3356" y="950"/>
                    <a:pt x="3356" y="950"/>
                  </a:cubicBezTo>
                  <a:cubicBezTo>
                    <a:pt x="3356" y="950"/>
                    <a:pt x="3373" y="953"/>
                    <a:pt x="3373" y="969"/>
                  </a:cubicBezTo>
                  <a:cubicBezTo>
                    <a:pt x="3373" y="985"/>
                    <a:pt x="3356" y="988"/>
                    <a:pt x="3356" y="988"/>
                  </a:cubicBezTo>
                  <a:close/>
                  <a:moveTo>
                    <a:pt x="3356" y="911"/>
                  </a:moveTo>
                  <a:cubicBezTo>
                    <a:pt x="3356" y="872"/>
                    <a:pt x="3356" y="872"/>
                    <a:pt x="3356" y="872"/>
                  </a:cubicBezTo>
                  <a:cubicBezTo>
                    <a:pt x="3356" y="872"/>
                    <a:pt x="3373" y="878"/>
                    <a:pt x="3373" y="891"/>
                  </a:cubicBezTo>
                  <a:cubicBezTo>
                    <a:pt x="3373" y="905"/>
                    <a:pt x="3356" y="911"/>
                    <a:pt x="3356" y="911"/>
                  </a:cubicBezTo>
                  <a:close/>
                  <a:moveTo>
                    <a:pt x="3356" y="835"/>
                  </a:moveTo>
                  <a:cubicBezTo>
                    <a:pt x="3356" y="796"/>
                    <a:pt x="3356" y="796"/>
                    <a:pt x="3356" y="796"/>
                  </a:cubicBezTo>
                  <a:cubicBezTo>
                    <a:pt x="3356" y="796"/>
                    <a:pt x="3373" y="800"/>
                    <a:pt x="3373" y="815"/>
                  </a:cubicBezTo>
                  <a:cubicBezTo>
                    <a:pt x="3373" y="831"/>
                    <a:pt x="3356" y="835"/>
                    <a:pt x="3356" y="835"/>
                  </a:cubicBezTo>
                  <a:close/>
                  <a:moveTo>
                    <a:pt x="3356" y="756"/>
                  </a:moveTo>
                  <a:cubicBezTo>
                    <a:pt x="3356" y="718"/>
                    <a:pt x="3356" y="718"/>
                    <a:pt x="3356" y="718"/>
                  </a:cubicBezTo>
                  <a:cubicBezTo>
                    <a:pt x="3356" y="718"/>
                    <a:pt x="3373" y="720"/>
                    <a:pt x="3373" y="737"/>
                  </a:cubicBezTo>
                  <a:cubicBezTo>
                    <a:pt x="3373" y="754"/>
                    <a:pt x="3356" y="756"/>
                    <a:pt x="3356" y="756"/>
                  </a:cubicBezTo>
                  <a:close/>
                  <a:moveTo>
                    <a:pt x="5556" y="570"/>
                  </a:moveTo>
                  <a:cubicBezTo>
                    <a:pt x="5508" y="582"/>
                    <a:pt x="5508" y="582"/>
                    <a:pt x="5508" y="582"/>
                  </a:cubicBezTo>
                  <a:cubicBezTo>
                    <a:pt x="5490" y="529"/>
                    <a:pt x="5490" y="529"/>
                    <a:pt x="5490" y="529"/>
                  </a:cubicBezTo>
                  <a:cubicBezTo>
                    <a:pt x="5566" y="508"/>
                    <a:pt x="5566" y="508"/>
                    <a:pt x="5566" y="508"/>
                  </a:cubicBezTo>
                  <a:lnTo>
                    <a:pt x="5556" y="570"/>
                  </a:lnTo>
                  <a:close/>
                </a:path>
              </a:pathLst>
            </a:cu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28A9D6"/>
                  </a:gs>
                </a:gsLst>
                <a:lin ang="5400000" scaled="1"/>
              </a:gradFill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baseline="0"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0" y="2626517"/>
              <a:ext cx="12192000" cy="1714585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baseline="0"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0" y="4373612"/>
              <a:ext cx="12192000" cy="0"/>
            </a:xfrm>
            <a:prstGeom prst="line">
              <a:avLst/>
            </a:prstGeom>
            <a:ln w="19050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0" y="4795475"/>
              <a:ext cx="4320000" cy="12674"/>
            </a:xfrm>
            <a:prstGeom prst="line">
              <a:avLst/>
            </a:prstGeom>
            <a:ln w="3175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0" y="4861761"/>
              <a:ext cx="4320000" cy="12674"/>
            </a:xfrm>
            <a:prstGeom prst="line">
              <a:avLst/>
            </a:prstGeom>
            <a:ln w="3175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4928047"/>
              <a:ext cx="4320000" cy="12674"/>
            </a:xfrm>
            <a:prstGeom prst="line">
              <a:avLst/>
            </a:prstGeom>
            <a:ln w="3175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7872000" y="4795475"/>
              <a:ext cx="4320000" cy="12674"/>
            </a:xfrm>
            <a:prstGeom prst="line">
              <a:avLst/>
            </a:prstGeom>
            <a:ln w="3175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7872000" y="4861761"/>
              <a:ext cx="4320000" cy="12674"/>
            </a:xfrm>
            <a:prstGeom prst="line">
              <a:avLst/>
            </a:prstGeom>
            <a:ln w="3175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872000" y="4928047"/>
              <a:ext cx="4320000" cy="12674"/>
            </a:xfrm>
            <a:prstGeom prst="line">
              <a:avLst/>
            </a:prstGeom>
            <a:ln w="3175">
              <a:solidFill>
                <a:srgbClr val="28A9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785977"/>
            <a:ext cx="9144000" cy="126828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此处编辑标题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20000" y="4547558"/>
            <a:ext cx="3552000" cy="50752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此处编辑副标题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59457"/>
            <a:ext cx="10515600" cy="479628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2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2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3"/>
          <p:cNvSpPr/>
          <p:nvPr/>
        </p:nvSpPr>
        <p:spPr>
          <a:xfrm>
            <a:off x="2892998" y="2870471"/>
            <a:ext cx="463604" cy="1321967"/>
          </a:xfrm>
          <a:custGeom>
            <a:avLst/>
            <a:gdLst>
              <a:gd name="connsiteX0" fmla="*/ 0 w 235132"/>
              <a:gd name="connsiteY0" fmla="*/ 0 h 496389"/>
              <a:gd name="connsiteX1" fmla="*/ 235132 w 235132"/>
              <a:gd name="connsiteY1" fmla="*/ 0 h 496389"/>
              <a:gd name="connsiteX2" fmla="*/ 235132 w 235132"/>
              <a:gd name="connsiteY2" fmla="*/ 496389 h 496389"/>
              <a:gd name="connsiteX3" fmla="*/ 0 w 235132"/>
              <a:gd name="connsiteY3" fmla="*/ 496389 h 496389"/>
              <a:gd name="connsiteX4" fmla="*/ 0 w 235132"/>
              <a:gd name="connsiteY4" fmla="*/ 0 h 496389"/>
              <a:gd name="connsiteX0-1" fmla="*/ 0 w 243840"/>
              <a:gd name="connsiteY0-2" fmla="*/ 0 h 566058"/>
              <a:gd name="connsiteX1-3" fmla="*/ 235132 w 243840"/>
              <a:gd name="connsiteY1-4" fmla="*/ 0 h 566058"/>
              <a:gd name="connsiteX2-5" fmla="*/ 243840 w 243840"/>
              <a:gd name="connsiteY2-6" fmla="*/ 566058 h 566058"/>
              <a:gd name="connsiteX3-7" fmla="*/ 0 w 243840"/>
              <a:gd name="connsiteY3-8" fmla="*/ 496389 h 566058"/>
              <a:gd name="connsiteX4-9" fmla="*/ 0 w 243840"/>
              <a:gd name="connsiteY4-10" fmla="*/ 0 h 566058"/>
              <a:gd name="connsiteX0-11" fmla="*/ 0 w 235132"/>
              <a:gd name="connsiteY0-12" fmla="*/ 0 h 637965"/>
              <a:gd name="connsiteX1-13" fmla="*/ 235132 w 235132"/>
              <a:gd name="connsiteY1-14" fmla="*/ 0 h 637965"/>
              <a:gd name="connsiteX2-15" fmla="*/ 235131 w 235132"/>
              <a:gd name="connsiteY2-16" fmla="*/ 637965 h 637965"/>
              <a:gd name="connsiteX3-17" fmla="*/ 0 w 235132"/>
              <a:gd name="connsiteY3-18" fmla="*/ 496389 h 637965"/>
              <a:gd name="connsiteX4-19" fmla="*/ 0 w 235132"/>
              <a:gd name="connsiteY4-20" fmla="*/ 0 h 637965"/>
            </a:gdLst>
            <a:ahLst/>
            <a:cxnLst>
              <a:cxn ang="0">
                <a:pos x="connsiteX0-11" y="connsiteY0-12"/>
              </a:cxn>
              <a:cxn ang="0">
                <a:pos x="connsiteX1-13" y="connsiteY1-14"/>
              </a:cxn>
              <a:cxn ang="0">
                <a:pos x="connsiteX2-15" y="connsiteY2-16"/>
              </a:cxn>
              <a:cxn ang="0">
                <a:pos x="connsiteX3-17" y="connsiteY3-18"/>
              </a:cxn>
              <a:cxn ang="0">
                <a:pos x="connsiteX4-19" y="connsiteY4-20"/>
              </a:cxn>
            </a:cxnLst>
            <a:rect l="l" t="t" r="r" b="b"/>
            <a:pathLst>
              <a:path w="235132" h="637965">
                <a:moveTo>
                  <a:pt x="0" y="0"/>
                </a:moveTo>
                <a:lnTo>
                  <a:pt x="235132" y="0"/>
                </a:lnTo>
                <a:cubicBezTo>
                  <a:pt x="235132" y="212655"/>
                  <a:pt x="235131" y="425310"/>
                  <a:pt x="235131" y="637965"/>
                </a:cubicBezTo>
                <a:lnTo>
                  <a:pt x="0" y="4963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2998" y="2800800"/>
            <a:ext cx="6975623" cy="10149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108000" bIns="0" anchor="ctr">
            <a:normAutofit/>
          </a:bodyPr>
          <a:lstStyle/>
          <a:p>
            <a:pPr>
              <a:defRPr/>
            </a:pPr>
            <a:endParaRPr lang="zh-CN" altLang="en-US" sz="160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2870471"/>
            <a:ext cx="6166451" cy="856800"/>
          </a:xfrm>
        </p:spPr>
        <p:txBody>
          <a:bodyPr anchor="ctr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448601"/>
            <a:ext cx="10519913" cy="2335166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886" y="3984172"/>
            <a:ext cx="10519913" cy="2335166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2379"/>
            <a:ext cx="10515600" cy="618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1885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42765"/>
            <a:ext cx="5157787" cy="3684588"/>
          </a:xfrm>
        </p:spPr>
        <p:txBody>
          <a:bodyPr/>
          <a:lstStyle>
            <a:lvl1pPr>
              <a:defRPr>
                <a:latin typeface="黑体" pitchFamily="49" charset="-122"/>
                <a:ea typeface="黑体" pitchFamily="49" charset="-122"/>
              </a:defRPr>
            </a:lvl1pPr>
            <a:lvl2pPr>
              <a:defRPr>
                <a:latin typeface="黑体" pitchFamily="49" charset="-122"/>
                <a:ea typeface="黑体" pitchFamily="49" charset="-122"/>
              </a:defRPr>
            </a:lvl2pPr>
            <a:lvl3pPr>
              <a:defRPr>
                <a:latin typeface="黑体" pitchFamily="49" charset="-122"/>
                <a:ea typeface="黑体" pitchFamily="49" charset="-122"/>
              </a:defRPr>
            </a:lvl3pPr>
            <a:lvl4pPr>
              <a:defRPr>
                <a:latin typeface="黑体" pitchFamily="49" charset="-122"/>
                <a:ea typeface="黑体" pitchFamily="49" charset="-122"/>
              </a:defRPr>
            </a:lvl4pPr>
            <a:lvl5pPr>
              <a:defRPr>
                <a:latin typeface="黑体" pitchFamily="49" charset="-122"/>
                <a:ea typeface="黑体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1885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42765"/>
            <a:ext cx="5183188" cy="3684588"/>
          </a:xfrm>
        </p:spPr>
        <p:txBody>
          <a:bodyPr/>
          <a:lstStyle>
            <a:lvl1pPr>
              <a:defRPr>
                <a:latin typeface="黑体" pitchFamily="49" charset="-122"/>
                <a:ea typeface="黑体" pitchFamily="49" charset="-122"/>
              </a:defRPr>
            </a:lvl1pPr>
            <a:lvl2pPr>
              <a:defRPr>
                <a:latin typeface="黑体" pitchFamily="49" charset="-122"/>
                <a:ea typeface="黑体" pitchFamily="49" charset="-122"/>
              </a:defRPr>
            </a:lvl2pPr>
            <a:lvl3pPr>
              <a:defRPr>
                <a:latin typeface="黑体" pitchFamily="49" charset="-122"/>
                <a:ea typeface="黑体" pitchFamily="49" charset="-122"/>
              </a:defRPr>
            </a:lvl3pPr>
            <a:lvl4pPr>
              <a:defRPr>
                <a:latin typeface="黑体" pitchFamily="49" charset="-122"/>
                <a:ea typeface="黑体" pitchFamily="49" charset="-122"/>
              </a:defRPr>
            </a:lvl4pPr>
            <a:lvl5pPr>
              <a:defRPr>
                <a:latin typeface="黑体" pitchFamily="49" charset="-122"/>
                <a:ea typeface="黑体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0"/>
            <a:ext cx="12196564" cy="6889570"/>
          </a:xfrm>
          <a:prstGeom prst="rect">
            <a:avLst/>
          </a:prstGeom>
          <a:gradFill flip="none" rotWithShape="1">
            <a:gsLst>
              <a:gs pos="0">
                <a:srgbClr val="F4F6F8"/>
              </a:gs>
              <a:gs pos="100000">
                <a:srgbClr val="E1E1E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766557" y="1359109"/>
            <a:ext cx="3946297" cy="3948039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587021" y="1414887"/>
            <a:ext cx="3864372" cy="38626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5400" dirty="0">
              <a:latin typeface="Arial" pitchFamily="34" charset="0"/>
              <a:ea typeface="黑体" pitchFamily="49" charset="-122"/>
              <a:cs typeface="Verdana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9112534" y="2546135"/>
            <a:ext cx="556037" cy="556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583867" y="1735611"/>
            <a:ext cx="254487" cy="254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661454" y="4798174"/>
            <a:ext cx="556038" cy="556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625888" y="5540719"/>
            <a:ext cx="256230" cy="2562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9837" y="1385256"/>
            <a:ext cx="3861556" cy="3921892"/>
          </a:xfrm>
        </p:spPr>
        <p:txBody>
          <a:bodyPr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此处编辑标题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0"/>
            <a:ext cx="12196564" cy="6889570"/>
          </a:xfrm>
          <a:prstGeom prst="rect">
            <a:avLst/>
          </a:prstGeom>
          <a:gradFill flip="none" rotWithShape="1">
            <a:gsLst>
              <a:gs pos="0">
                <a:srgbClr val="F4F6F8"/>
              </a:gs>
              <a:gs pos="100000">
                <a:srgbClr val="E1E1E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10514012" cy="579618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38600" y="1314630"/>
            <a:ext cx="7315200" cy="4873625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4078" y="1314629"/>
            <a:ext cx="3174522" cy="4873625"/>
          </a:xfrm>
          <a:solidFill>
            <a:srgbClr val="FFFFFF">
              <a:alpha val="84000"/>
            </a:srgbClr>
          </a:solidFill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23894" y="310551"/>
            <a:ext cx="1329906" cy="5866411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10551"/>
            <a:ext cx="9030419" cy="586641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500332"/>
            <a:ext cx="10516800" cy="5597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6F8"/>
            </a:gs>
            <a:gs pos="100000">
              <a:srgbClr val="E1E1E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199" y="364793"/>
            <a:ext cx="10515600" cy="63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220695"/>
            <a:ext cx="10515600" cy="4839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35C82-0721-444E-856A-1A24F4350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3050C-FF92-4647-A5DD-0CE158A6A6F5}" type="slidenum">
              <a:rPr lang="zh-CN" altLang="en-US" smtClean="0"/>
            </a:fld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flipV="1">
            <a:off x="615040" y="586595"/>
            <a:ext cx="10738759" cy="438513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  <a:gd name="connsiteX0-1" fmla="*/ 167822 w 11969073"/>
              <a:gd name="connsiteY0-2" fmla="*/ 524933 h 524933"/>
              <a:gd name="connsiteX1-3" fmla="*/ 168846 w 11969073"/>
              <a:gd name="connsiteY1-4" fmla="*/ 524933 h 524933"/>
              <a:gd name="connsiteX2-5" fmla="*/ 168846 w 11969073"/>
              <a:gd name="connsiteY2-6" fmla="*/ 14598 h 524933"/>
              <a:gd name="connsiteX3-7" fmla="*/ 1386790 w 11969073"/>
              <a:gd name="connsiteY3-8" fmla="*/ 14598 h 524933"/>
              <a:gd name="connsiteX4-9" fmla="*/ 11969073 w 11969073"/>
              <a:gd name="connsiteY4-10" fmla="*/ 0 h 524933"/>
              <a:gd name="connsiteX5-11" fmla="*/ 167822 w 11969073"/>
              <a:gd name="connsiteY5-12" fmla="*/ 0 h 524933"/>
              <a:gd name="connsiteX6-13" fmla="*/ 152999 w 11969073"/>
              <a:gd name="connsiteY6-14" fmla="*/ 0 h 524933"/>
              <a:gd name="connsiteX7-15" fmla="*/ 152999 w 11969073"/>
              <a:gd name="connsiteY7-16" fmla="*/ 507260 h 524933"/>
              <a:gd name="connsiteX8-17" fmla="*/ 107280 w 11969073"/>
              <a:gd name="connsiteY8-18" fmla="*/ 507260 h 524933"/>
              <a:gd name="connsiteX9-19" fmla="*/ 107280 w 11969073"/>
              <a:gd name="connsiteY9-20" fmla="*/ 0 h 524933"/>
              <a:gd name="connsiteX10-21" fmla="*/ 0 w 11969073"/>
              <a:gd name="connsiteY10-22" fmla="*/ 0 h 524933"/>
              <a:gd name="connsiteX11-23" fmla="*/ 0 w 11969073"/>
              <a:gd name="connsiteY11-24" fmla="*/ 524932 h 524933"/>
              <a:gd name="connsiteX12-25" fmla="*/ 33834 w 11969073"/>
              <a:gd name="connsiteY12-26" fmla="*/ 524932 h 524933"/>
              <a:gd name="connsiteX13-27" fmla="*/ 33834 w 11969073"/>
              <a:gd name="connsiteY13-28" fmla="*/ 23810 h 524933"/>
              <a:gd name="connsiteX14-29" fmla="*/ 79553 w 11969073"/>
              <a:gd name="connsiteY14-30" fmla="*/ 23810 h 524933"/>
              <a:gd name="connsiteX15-31" fmla="*/ 79553 w 11969073"/>
              <a:gd name="connsiteY15-32" fmla="*/ 524932 h 524933"/>
              <a:gd name="connsiteX16-33" fmla="*/ 167822 w 11969073"/>
              <a:gd name="connsiteY16-34" fmla="*/ 524932 h 524933"/>
              <a:gd name="connsiteX17" fmla="*/ 167822 w 11969073"/>
              <a:gd name="connsiteY17" fmla="*/ 524933 h 524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" y="connsiteY17"/>
              </a:cxn>
            </a:cxnLst>
            <a:rect l="l" t="t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 baseline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8392600" y="5535208"/>
            <a:ext cx="3189800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 baseline="0"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0" y="6356350"/>
            <a:ext cx="11779678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>
              <a:lumMod val="75000"/>
            </a:schemeClr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60000"/>
        <a:buFont typeface="Wingdings 2" pitchFamily="18" charset="2"/>
        <a:buChar char="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多项式求和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2017.6.5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52705" y="6852285"/>
            <a:ext cx="35737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YYT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预备知识：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一·基础微积分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二·牛顿恒等式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三·母函数相关</a:t>
            </a:r>
            <a:r>
              <a:rPr lang="en-US" altLang="zh-CN"/>
              <a:t>*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四·多项式相关</a:t>
            </a:r>
            <a:r>
              <a:rPr lang="en-US" altLang="zh-CN"/>
              <a:t>*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五·自然数幂和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六·多项式插值</a:t>
            </a:r>
            <a:r>
              <a:rPr lang="en-US" altLang="zh-CN"/>
              <a:t>*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（标</a:t>
            </a:r>
            <a:r>
              <a:rPr lang="en-US" altLang="zh-CN"/>
              <a:t>*</a:t>
            </a:r>
            <a:r>
              <a:rPr lang="zh-CN" altLang="en-US"/>
              <a:t>不讲）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14605" y="6852285"/>
            <a:ext cx="34975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ZTZ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第一部分 </a:t>
            </a:r>
            <a:r>
              <a:rPr lang="zh-CN" altLang="en-US">
                <a:sym typeface="+mn-ea"/>
              </a:rPr>
              <a:t>基础微积分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zh-CN" altLang="en-US" sz="2400"/>
              <a:t>卖微积分的小女</a:t>
            </a:r>
            <a:r>
              <a:rPr lang="en-US" altLang="zh-CN" sz="2400"/>
              <a:t>(bo)</a:t>
            </a:r>
            <a:r>
              <a:rPr lang="zh-CN" altLang="en-US" sz="2400"/>
              <a:t>孩</a:t>
            </a:r>
            <a:r>
              <a:rPr lang="en-US" altLang="zh-CN" sz="2400"/>
              <a:t>(shi)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小女</a:t>
            </a:r>
            <a:r>
              <a:rPr lang="en-US" altLang="zh-CN" sz="2400"/>
              <a:t>(bo)</a:t>
            </a:r>
            <a:r>
              <a:rPr lang="zh-CN" altLang="en-US" sz="2400"/>
              <a:t>孩</a:t>
            </a:r>
            <a:r>
              <a:rPr lang="en-US" altLang="zh-CN" sz="2400"/>
              <a:t>(shi)</a:t>
            </a:r>
            <a:r>
              <a:rPr lang="zh-CN" altLang="en-US" sz="2400"/>
              <a:t>，自习室。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“再复习一章吧，”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她想，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“一章只有很少的几个知识点啊”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但是手里的高数第八章却怎么也翻不开。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她心里绝望到了极点。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她敢拿出一页高数书撕碎它，来发泄心中的郁闷吗？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她终于拿出了一页，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“嘶”，</a:t>
            </a:r>
            <a:endParaRPr lang="zh-CN" altLang="en-US" sz="2400"/>
          </a:p>
          <a:p>
            <a:endParaRPr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-14605" y="6852285"/>
            <a:ext cx="34975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ZTZ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260" y="53975"/>
            <a:ext cx="10515600" cy="110998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第一部分 基础微积分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06525"/>
            <a:ext cx="10515600" cy="47961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/>
              <a:t>高数书碎纸漫天的飞舞。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在一片碎纸中，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她好像看到了拉格朗日慈祥的笑容。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>
                <a:sym typeface="+mn-ea"/>
              </a:rPr>
              <a:t>女</a:t>
            </a:r>
            <a:r>
              <a:rPr lang="en-US" altLang="zh-CN" sz="2400">
                <a:sym typeface="+mn-ea"/>
              </a:rPr>
              <a:t>(bo)</a:t>
            </a:r>
            <a:r>
              <a:rPr lang="zh-CN" altLang="en-US" sz="2400">
                <a:sym typeface="+mn-ea"/>
              </a:rPr>
              <a:t>孩</a:t>
            </a:r>
            <a:r>
              <a:rPr lang="en-US" altLang="zh-CN" sz="2400">
                <a:sym typeface="+mn-ea"/>
              </a:rPr>
              <a:t>(shi)</a:t>
            </a:r>
            <a:r>
              <a:rPr lang="zh-CN" altLang="en-US" sz="2400"/>
              <a:t>向前伸出手去，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可是没等她碰到，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景象就消失了。 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她又撕碎了一页。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这一回，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她好像来到了那个工作室，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看到了泰勒奋笔疾书的身影。</a:t>
            </a:r>
            <a:endParaRPr lang="zh-CN" altLang="en-US" sz="2400"/>
          </a:p>
          <a:p>
            <a:endParaRPr lang="zh-CN" altLang="en-US" sz="1800"/>
          </a:p>
        </p:txBody>
      </p:sp>
      <p:sp>
        <p:nvSpPr>
          <p:cNvPr id="4" name="矩形 3"/>
          <p:cNvSpPr/>
          <p:nvPr/>
        </p:nvSpPr>
        <p:spPr>
          <a:xfrm>
            <a:off x="-52705" y="6852285"/>
            <a:ext cx="35737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GYJ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第一部分 基础微积分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这次，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她看到了牛顿莱布尼茨两位祖师爷。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祖师爷那么温暖，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那么慈爱。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她赶紧把剩下的高数书第九章第十章全部撕碎撒在空中，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她看见纸片越来越多，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数不清的公式定理把她包围了起来。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牛顿莱布尼茨如此的高大，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把她抱了起来，</a:t>
            </a: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52705" y="6852285"/>
            <a:ext cx="35737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YYT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第一部分 基础微积分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搂在怀里，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飞到那没有微积分，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没有多元函数，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没有空间解析几何的地方去了。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第二天考高数的时候，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人们发现了</a:t>
            </a:r>
            <a:r>
              <a:rPr lang="zh-CN" altLang="en-US">
                <a:sym typeface="+mn-ea"/>
              </a:rPr>
              <a:t>女</a:t>
            </a:r>
            <a:r>
              <a:rPr lang="en-US" altLang="zh-CN">
                <a:sym typeface="+mn-ea"/>
              </a:rPr>
              <a:t>(bo)</a:t>
            </a:r>
            <a:r>
              <a:rPr lang="zh-CN" altLang="en-US">
                <a:sym typeface="+mn-ea"/>
              </a:rPr>
              <a:t>孩</a:t>
            </a:r>
            <a:r>
              <a:rPr lang="en-US" altLang="zh-CN">
                <a:sym typeface="+mn-ea"/>
              </a:rPr>
              <a:t>(shi)</a:t>
            </a:r>
            <a:r>
              <a:rPr lang="zh-CN" altLang="en-US"/>
              <a:t>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她坐在角落里，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含着微笑，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已经算死了。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52705" y="6852285"/>
            <a:ext cx="35737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GYJ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第一部分 基础微积分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手里还拿着另一本的高数攻关，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习题集，两张小测试卷。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“她想再多复习几章高数。”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人们说。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谁也不知道她曾经看到过多么美丽的东西，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她曾经多么幸福，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跟着牛顿莱布尼茨一起走向微积分的幸福中去。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8745" y="6852285"/>
            <a:ext cx="32308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YG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第一部分 基础微积分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313555" cy="460375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一·极限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(1)</a:t>
            </a:r>
            <a:r>
              <a:rPr lang="zh-CN" altLang="en-US"/>
              <a:t>无穷小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(2)</a:t>
            </a:r>
            <a:r>
              <a:rPr lang="zh-CN" altLang="en-US"/>
              <a:t>运算法则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(3)</a:t>
            </a:r>
            <a:r>
              <a:rPr lang="zh-CN" altLang="en-US"/>
              <a:t>夹逼准则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(4)</a:t>
            </a:r>
            <a:r>
              <a:rPr lang="zh-CN" altLang="en-US"/>
              <a:t>两个重要极限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(5)</a:t>
            </a:r>
            <a:r>
              <a:rPr lang="zh-CN" altLang="zh-CN"/>
              <a:t>无穷小比较</a:t>
            </a:r>
            <a:endParaRPr lang="zh-CN" altLang="zh-CN"/>
          </a:p>
          <a:p>
            <a:pPr marL="0" indent="0">
              <a:buNone/>
            </a:pPr>
            <a:r>
              <a:rPr lang="zh-CN" altLang="zh-CN"/>
              <a:t>二·导数</a:t>
            </a:r>
            <a:endParaRPr lang="zh-CN" altLang="zh-CN"/>
          </a:p>
          <a:p>
            <a:pPr marL="0" indent="0">
              <a:buNone/>
            </a:pPr>
            <a:r>
              <a:rPr lang="en-US" altLang="zh-CN"/>
              <a:t>	(1)</a:t>
            </a:r>
            <a:r>
              <a:rPr lang="zh-CN" altLang="en-US"/>
              <a:t>导数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(2)</a:t>
            </a:r>
            <a:r>
              <a:rPr lang="zh-CN" altLang="en-US"/>
              <a:t>导函数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(3)</a:t>
            </a:r>
            <a:r>
              <a:rPr lang="zh-CN" altLang="en-US"/>
              <a:t>高阶导数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510530" y="1882140"/>
            <a:ext cx="431355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三·微分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(1)</a:t>
            </a:r>
            <a:r>
              <a:rPr lang="zh-CN" altLang="en-US"/>
              <a:t>定义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(2)</a:t>
            </a:r>
            <a:r>
              <a:rPr lang="zh-CN" altLang="en-US"/>
              <a:t>几何意义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四·泰勒公式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五·不定积分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(1)</a:t>
            </a:r>
            <a:r>
              <a:rPr lang="zh-CN" altLang="en-US"/>
              <a:t>定义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(2)</a:t>
            </a:r>
            <a:r>
              <a:rPr lang="zh-CN" altLang="en-US"/>
              <a:t>积分表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六·微分方程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90805" y="6852285"/>
            <a:ext cx="36499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NYX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捕获"/>
          <p:cNvPicPr>
            <a:picLocks noChangeAspect="1"/>
          </p:cNvPicPr>
          <p:nvPr/>
        </p:nvPicPr>
        <p:blipFill>
          <a:blip r:embed="rId1"/>
          <a:srcRect r="24230" b="30285"/>
          <a:stretch>
            <a:fillRect/>
          </a:stretch>
        </p:blipFill>
        <p:spPr>
          <a:xfrm>
            <a:off x="-8890" y="12700"/>
            <a:ext cx="5557520" cy="68072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28905" y="6852285"/>
            <a:ext cx="37261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NYG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第二部分 牛顿恒等式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ff15b31cebe241e481c32cb941323b87_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0240" y="-10795"/>
            <a:ext cx="2654935" cy="32372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0963" y="6852285"/>
            <a:ext cx="3306445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WT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第三部分 自然数幂和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一·伯努利数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	</a:t>
            </a:r>
            <a:r>
              <a:rPr lang="zh-CN" altLang="en-US"/>
              <a:t>伯努利多项式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	</a:t>
            </a:r>
            <a:r>
              <a:rPr lang="zh-CN" altLang="en-US"/>
              <a:t>求和公式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zh-CN" altLang="en-US"/>
              <a:t>多项式插值</a:t>
            </a:r>
            <a:r>
              <a:rPr lang="en-US" altLang="zh-CN"/>
              <a:t>*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8745" y="6852285"/>
            <a:ext cx="32308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YG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v2-b0a510a8741c9c569adb3e7789df75de_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575" y="27305"/>
            <a:ext cx="5847080" cy="68376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166687" y="6852285"/>
            <a:ext cx="3801745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WEA</a:t>
            </a:r>
            <a:r>
              <a:rPr lang="zh-CN" altLang="en-US" sz="5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太强了</a:t>
            </a:r>
            <a:endParaRPr lang="zh-CN" altLang="en-US" sz="5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7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7"/>
</p:tagLst>
</file>

<file path=ppt/tags/tag3.xml><?xml version="1.0" encoding="utf-8"?>
<p:tagLst xmlns:p="http://schemas.openxmlformats.org/presentationml/2006/main">
  <p:tag name="KSO_WM_TEMPLATE_CATEGORY" val="custom"/>
  <p:tag name="KSO_WM_TEMPLATE_INDEX" val="160427"/>
</p:tagLst>
</file>

<file path=ppt/tags/tag4.xml><?xml version="1.0" encoding="utf-8"?>
<p:tagLst xmlns:p="http://schemas.openxmlformats.org/presentationml/2006/main">
  <p:tag name="KSO_WM_TEMPLATE_CATEGORY" val="custom"/>
  <p:tag name="KSO_WM_TEMPLATE_INDEX" val="160427"/>
</p:tagLst>
</file>

<file path=ppt/tags/tag5.xml><?xml version="1.0" encoding="utf-8"?>
<p:tagLst xmlns:p="http://schemas.openxmlformats.org/presentationml/2006/main">
  <p:tag name="KSO_WM_TEMPLATE_CATEGORY" val="custom"/>
  <p:tag name="KSO_WM_TEMPLATE_INDEX" val="160427"/>
</p:tagLst>
</file>

<file path=ppt/tags/tag6.xml><?xml version="1.0" encoding="utf-8"?>
<p:tagLst xmlns:p="http://schemas.openxmlformats.org/presentationml/2006/main">
  <p:tag name="KSO_WM_TEMPLATE_CATEGORY" val="custom"/>
  <p:tag name="KSO_WM_TEMPLATE_INDEX" val="160427"/>
</p:tagLst>
</file>

<file path=ppt/tags/tag7.xml><?xml version="1.0" encoding="utf-8"?>
<p:tagLst xmlns:p="http://schemas.openxmlformats.org/presentationml/2006/main">
  <p:tag name="KSO_WM_TEMPLATE_CATEGORY" val="custom"/>
  <p:tag name="KSO_WM_TEMPLATE_INDEX" val="160427"/>
</p:tagLst>
</file>

<file path=ppt/tags/tag8.xml><?xml version="1.0" encoding="utf-8"?>
<p:tagLst xmlns:p="http://schemas.openxmlformats.org/presentationml/2006/main">
  <p:tag name="KSO_WM_TEMPLATE_CATEGORY" val="custom"/>
  <p:tag name="KSO_WM_TEMPLATE_INDEX" val="160427"/>
</p:tagLst>
</file>

<file path=ppt/tags/tag9.xml><?xml version="1.0" encoding="utf-8"?>
<p:tagLst xmlns:p="http://schemas.openxmlformats.org/presentationml/2006/main">
  <p:tag name="KSO_WM_TEMPLATE_CATEGORY" val="custom"/>
  <p:tag name="KSO_WM_TEMPLATE_INDEX" val="160427"/>
</p:tagLst>
</file>

<file path=ppt/tags/tag10.xml><?xml version="1.0" encoding="utf-8"?>
<p:tagLst xmlns:p="http://schemas.openxmlformats.org/presentationml/2006/main">
  <p:tag name="KSO_WM_TEMPLATE_CATEGORY" val="custom"/>
  <p:tag name="KSO_WM_TEMPLATE_INDEX" val="160427"/>
</p:tagLst>
</file>

<file path=ppt/tags/tag11.xml><?xml version="1.0" encoding="utf-8"?>
<p:tagLst xmlns:p="http://schemas.openxmlformats.org/presentationml/2006/main">
  <p:tag name="KSO_WM_TEMPLATE_CATEGORY" val="custom"/>
  <p:tag name="KSO_WM_TEMPLATE_INDEX" val="160427"/>
</p:tagLst>
</file>

<file path=ppt/tags/tag12.xml><?xml version="1.0" encoding="utf-8"?>
<p:tagLst xmlns:p="http://schemas.openxmlformats.org/presentationml/2006/main">
  <p:tag name="KSO_WM_TEMPLATE_CATEGORY" val="custom"/>
  <p:tag name="KSO_WM_TEMPLATE_INDEX" val="160427"/>
</p:tagLst>
</file>

<file path=ppt/tags/tag13.xml><?xml version="1.0" encoding="utf-8"?>
<p:tagLst xmlns:p="http://schemas.openxmlformats.org/presentationml/2006/main">
  <p:tag name="KSO_WM_TEMPLATE_CATEGORY" val="custom"/>
  <p:tag name="KSO_WM_TEMPLATE_INDEX" val="160427"/>
</p:tagLst>
</file>

<file path=ppt/tags/tag14.xml><?xml version="1.0" encoding="utf-8"?>
<p:tagLst xmlns:p="http://schemas.openxmlformats.org/presentationml/2006/main">
  <p:tag name="KSO_WM_TEMPLATE_CATEGORY" val="custom"/>
  <p:tag name="KSO_WM_TEMPLATE_INDEX" val="160427"/>
</p:tagLst>
</file>

<file path=ppt/theme/theme1.xml><?xml version="1.0" encoding="utf-8"?>
<a:theme xmlns:a="http://schemas.openxmlformats.org/drawingml/2006/main" name="A000120141119A01PPBG">
  <a:themeElements>
    <a:clrScheme name="14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2BC3B5"/>
      </a:accent3>
      <a:accent4>
        <a:srgbClr val="92D050"/>
      </a:accent4>
      <a:accent5>
        <a:srgbClr val="CEB9A3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WPS 演示</Application>
  <PresentationFormat>宽屏</PresentationFormat>
  <Paragraphs>137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A000120141119A01PPBG</vt:lpstr>
      <vt:lpstr>多项式求和 </vt:lpstr>
      <vt:lpstr>预备知识：</vt:lpstr>
      <vt:lpstr>第一部分 基础微积分</vt:lpstr>
      <vt:lpstr>第一部分 基础微积分</vt:lpstr>
      <vt:lpstr>第一部分 基础微积分</vt:lpstr>
      <vt:lpstr>第一部分 基础微积分</vt:lpstr>
      <vt:lpstr>第一部分 基础微积分</vt:lpstr>
      <vt:lpstr>第一部分 基础微积分</vt:lpstr>
      <vt:lpstr>PowerPoint 演示文稿</vt:lpstr>
      <vt:lpstr>第二部分 牛顿恒等式</vt:lpstr>
      <vt:lpstr>第三部分 自然数幂和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Yali</cp:lastModifiedBy>
  <cp:revision>26</cp:revision>
  <dcterms:created xsi:type="dcterms:W3CDTF">2015-05-05T08:02:00Z</dcterms:created>
  <dcterms:modified xsi:type="dcterms:W3CDTF">2017-06-05T14:04:46Z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2052-10.1.0.5745</vt:lpwstr>
  </property>
</Properties>
</file>